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nter Bold" charset="1" panose="02000503000000020004"/>
      <p:regular r:id="rId16"/>
    </p:embeddedFont>
    <p:embeddedFont>
      <p:font typeface="Inter" charset="1" panose="02000503000000020004"/>
      <p:regular r:id="rId17"/>
    </p:embeddedFont>
    <p:embeddedFont>
      <p:font typeface="Inter Italics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jpe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3562950"/>
            <a:ext cx="114300" cy="3161109"/>
            <a:chOff x="0" y="0"/>
            <a:chExt cx="152400" cy="42148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4214876"/>
            </a:xfrm>
            <a:custGeom>
              <a:avLst/>
              <a:gdLst/>
              <a:ahLst/>
              <a:cxnLst/>
              <a:rect r="r" b="b" t="t" l="l"/>
              <a:pathLst>
                <a:path h="4214876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4214876"/>
                  </a:lnTo>
                  <a:lnTo>
                    <a:pt x="0" y="4214876"/>
                  </a:lnTo>
                  <a:close/>
                </a:path>
              </a:pathLst>
            </a:custGeom>
            <a:solidFill>
              <a:srgbClr val="0F9D9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43000" y="3572475"/>
            <a:ext cx="17145000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60"/>
              </a:lnSpc>
            </a:pPr>
            <a:r>
              <a:rPr lang="en-US" b="true" sz="8300" spc="-4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NetLinq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5116706"/>
            <a:ext cx="8001000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Bridging the Gap Between Network Performance and User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6319247"/>
            <a:ext cx="17145000" cy="40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Real-Time QoE Monitoring Platform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3000" y="7009809"/>
            <a:ext cx="800100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2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CEF440 INTERNET PROGRAMMING &amp; MOBILE PROGRAMMING  GROUP 23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0" y="33261"/>
            <a:ext cx="5954023" cy="10253739"/>
            <a:chOff x="0" y="0"/>
            <a:chExt cx="8339810" cy="1436243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339861" cy="14362430"/>
            </a:xfrm>
            <a:custGeom>
              <a:avLst/>
              <a:gdLst/>
              <a:ahLst/>
              <a:cxnLst/>
              <a:rect r="r" b="b" t="t" l="l"/>
              <a:pathLst>
                <a:path h="14362430" w="8339861">
                  <a:moveTo>
                    <a:pt x="0" y="0"/>
                  </a:moveTo>
                  <a:lnTo>
                    <a:pt x="8339861" y="0"/>
                  </a:lnTo>
                  <a:lnTo>
                    <a:pt x="8339861" y="14362430"/>
                  </a:lnTo>
                  <a:lnTo>
                    <a:pt x="0" y="143624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929" r="0" b="-192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0" y="2111818"/>
            <a:ext cx="974941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CE</a:t>
            </a:r>
            <a:r>
              <a:rPr lang="en-US" b="true" sz="27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F440 INTERNET PROGRAMMING &amp; MOBILE PROGRAMMING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Poor Network Experience Is Still a Daily Reality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3824078"/>
            <a:ext cx="7273623" cy="67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Slow Internet Performance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4895640"/>
            <a:ext cx="7273623" cy="67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Video Buffering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5967203"/>
            <a:ext cx="7273623" cy="67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Unstable Connections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7038765"/>
            <a:ext cx="7273623" cy="673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Frequent Outages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75084" y="4191257"/>
            <a:ext cx="8211407" cy="3211782"/>
            <a:chOff x="0" y="0"/>
            <a:chExt cx="10948543" cy="42823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48543" cy="4282440"/>
            </a:xfrm>
            <a:custGeom>
              <a:avLst/>
              <a:gdLst/>
              <a:ahLst/>
              <a:cxnLst/>
              <a:rect r="r" b="b" t="t" l="l"/>
              <a:pathLst>
                <a:path h="4282440" w="10948543">
                  <a:moveTo>
                    <a:pt x="0" y="0"/>
                  </a:moveTo>
                  <a:lnTo>
                    <a:pt x="10948543" y="0"/>
                  </a:lnTo>
                  <a:lnTo>
                    <a:pt x="10948543" y="4282440"/>
                  </a:lnTo>
                  <a:lnTo>
                    <a:pt x="0" y="4282440"/>
                  </a:lnTo>
                  <a:close/>
                </a:path>
              </a:pathLst>
            </a:custGeom>
            <a:solidFill>
              <a:srgbClr val="F5F7F8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675084" y="4191257"/>
            <a:ext cx="85725" cy="3211782"/>
            <a:chOff x="0" y="0"/>
            <a:chExt cx="114300" cy="42823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4300" cy="4282440"/>
            </a:xfrm>
            <a:custGeom>
              <a:avLst/>
              <a:gdLst/>
              <a:ahLst/>
              <a:cxnLst/>
              <a:rect r="r" b="b" t="t" l="l"/>
              <a:pathLst>
                <a:path h="428244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4282440"/>
                  </a:lnTo>
                  <a:lnTo>
                    <a:pt x="0" y="4282440"/>
                  </a:lnTo>
                  <a:close/>
                </a:path>
              </a:pathLst>
            </a:custGeom>
            <a:solidFill>
              <a:srgbClr val="0F9D94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289447" y="4762757"/>
            <a:ext cx="6982682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4">
                <a:solidFill>
                  <a:srgbClr val="808080"/>
                </a:solidFill>
                <a:latin typeface="Inter Bold"/>
                <a:ea typeface="Inter Bold"/>
                <a:cs typeface="Inter Bold"/>
                <a:sym typeface="Inter Bold"/>
              </a:rPr>
              <a:t>THE MISSING LINK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89447" y="5410457"/>
            <a:ext cx="6982682" cy="142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8"/>
              </a:lnSpc>
            </a:pPr>
            <a:r>
              <a:rPr lang="en-US" sz="42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Real User Quality of Experience (QoE)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9336881"/>
            <a:ext cx="1714500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i="true">
                <a:solidFill>
                  <a:srgbClr val="808080"/>
                </a:solidFill>
                <a:latin typeface="Inter Italics"/>
                <a:ea typeface="Inter Italics"/>
                <a:cs typeface="Inter Italics"/>
                <a:sym typeface="Inter Italics"/>
              </a:rPr>
              <a:t>"Network performance alone doesn't tell the whole story."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Why This Matters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8775" y="2777128"/>
            <a:ext cx="7229475" cy="124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89%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8775" y="4172541"/>
            <a:ext cx="5715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Depend on mobile internet for daily activities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5525" y="2777128"/>
            <a:ext cx="7229475" cy="124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83%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15525" y="4172541"/>
            <a:ext cx="5715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Report slow internet as their primary connectivity issue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8775" y="6602606"/>
            <a:ext cx="7229475" cy="124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69%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28775" y="7998019"/>
            <a:ext cx="5715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Experience network problems frequently throughout the day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15525" y="6602606"/>
            <a:ext cx="7229475" cy="124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500" b="true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84%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15525" y="7998019"/>
            <a:ext cx="57150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Would actively use a QoE monitoring application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9336881"/>
            <a:ext cx="17145000" cy="37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true" sz="2200" spc="1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PROBLEM VALIDATED. SOLUTION NEEDED.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247900"/>
            <a:ext cx="7013877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NetLinq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612356"/>
            <a:ext cx="7013877" cy="227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2"/>
              </a:lnSpc>
            </a:pPr>
            <a:r>
              <a:rPr lang="en-US" sz="30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 lightweight Android platform designed for real-time Quality of Experience (QoE) monitoring and analysis.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2714" y="2400300"/>
            <a:ext cx="8002286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Automatic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2714" y="2921794"/>
            <a:ext cx="800228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SEAMLESS BACKGROUND COLLECTION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2714" y="3732609"/>
            <a:ext cx="8002286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Smart QoE Feedback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2714" y="4254103"/>
            <a:ext cx="800228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CONTEXT-AWARE USER INPUT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2714" y="5064919"/>
            <a:ext cx="8002286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Analytics Dashboard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2714" y="5586412"/>
            <a:ext cx="800228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REAL-TIME PERFORMANCE INSIGHTS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2714" y="6397228"/>
            <a:ext cx="8002286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Offline Synchronization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2714" y="6918722"/>
            <a:ext cx="800228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RELIABLE DATA PERSISTENCE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2714" y="7729538"/>
            <a:ext cx="8002286" cy="450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Privacy-First Design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2714" y="8251031"/>
            <a:ext cx="8002286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0"/>
              </a:lnSpc>
            </a:pPr>
            <a:r>
              <a:rPr lang="en-US" sz="1900" spc="1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SECURE DATA HANDLING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8144" y="3334631"/>
            <a:ext cx="2549682" cy="5665959"/>
          </a:xfrm>
          <a:custGeom>
            <a:avLst/>
            <a:gdLst/>
            <a:ahLst/>
            <a:cxnLst/>
            <a:rect r="r" b="b" t="t" l="l"/>
            <a:pathLst>
              <a:path h="5665959" w="2549682">
                <a:moveTo>
                  <a:pt x="0" y="0"/>
                </a:moveTo>
                <a:lnTo>
                  <a:pt x="2549681" y="0"/>
                </a:lnTo>
                <a:lnTo>
                  <a:pt x="2549681" y="5665959"/>
                </a:lnTo>
                <a:lnTo>
                  <a:pt x="0" y="5665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22639" y="3218756"/>
            <a:ext cx="3744517" cy="6039544"/>
          </a:xfrm>
          <a:custGeom>
            <a:avLst/>
            <a:gdLst/>
            <a:ahLst/>
            <a:cxnLst/>
            <a:rect r="r" b="b" t="t" l="l"/>
            <a:pathLst>
              <a:path h="6039544" w="3744517">
                <a:moveTo>
                  <a:pt x="0" y="0"/>
                </a:moveTo>
                <a:lnTo>
                  <a:pt x="3744517" y="0"/>
                </a:lnTo>
                <a:lnTo>
                  <a:pt x="3744517" y="6039544"/>
                </a:lnTo>
                <a:lnTo>
                  <a:pt x="0" y="6039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07095" y="3346857"/>
            <a:ext cx="7000044" cy="3662242"/>
          </a:xfrm>
          <a:custGeom>
            <a:avLst/>
            <a:gdLst/>
            <a:ahLst/>
            <a:cxnLst/>
            <a:rect r="r" b="b" t="t" l="l"/>
            <a:pathLst>
              <a:path h="3662242" w="7000044">
                <a:moveTo>
                  <a:pt x="0" y="0"/>
                </a:moveTo>
                <a:lnTo>
                  <a:pt x="7000044" y="0"/>
                </a:lnTo>
                <a:lnTo>
                  <a:pt x="7000044" y="3662242"/>
                </a:lnTo>
                <a:lnTo>
                  <a:pt x="0" y="3662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371" r="0" b="-709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603441" y="3218756"/>
            <a:ext cx="7207352" cy="4533480"/>
          </a:xfrm>
          <a:custGeom>
            <a:avLst/>
            <a:gdLst/>
            <a:ahLst/>
            <a:cxnLst/>
            <a:rect r="r" b="b" t="t" l="l"/>
            <a:pathLst>
              <a:path h="4533480" w="7207352">
                <a:moveTo>
                  <a:pt x="0" y="0"/>
                </a:moveTo>
                <a:lnTo>
                  <a:pt x="7207353" y="0"/>
                </a:lnTo>
                <a:lnTo>
                  <a:pt x="7207353" y="4533479"/>
                </a:lnTo>
                <a:lnTo>
                  <a:pt x="0" y="45334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30695" y="3334631"/>
            <a:ext cx="2698602" cy="5659205"/>
          </a:xfrm>
          <a:custGeom>
            <a:avLst/>
            <a:gdLst/>
            <a:ahLst/>
            <a:cxnLst/>
            <a:rect r="r" b="b" t="t" l="l"/>
            <a:pathLst>
              <a:path h="5659205" w="2698602">
                <a:moveTo>
                  <a:pt x="0" y="0"/>
                </a:moveTo>
                <a:lnTo>
                  <a:pt x="2698602" y="0"/>
                </a:lnTo>
                <a:lnTo>
                  <a:pt x="2698602" y="5659205"/>
                </a:lnTo>
                <a:lnTo>
                  <a:pt x="0" y="56592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05481" y="3218756"/>
            <a:ext cx="3744517" cy="6039544"/>
          </a:xfrm>
          <a:custGeom>
            <a:avLst/>
            <a:gdLst/>
            <a:ahLst/>
            <a:cxnLst/>
            <a:rect r="r" b="b" t="t" l="l"/>
            <a:pathLst>
              <a:path h="6039544" w="3744517">
                <a:moveTo>
                  <a:pt x="0" y="0"/>
                </a:moveTo>
                <a:lnTo>
                  <a:pt x="3744517" y="0"/>
                </a:lnTo>
                <a:lnTo>
                  <a:pt x="3744517" y="6039544"/>
                </a:lnTo>
                <a:lnTo>
                  <a:pt x="0" y="6039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857250"/>
            <a:ext cx="7986297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Our Product’s Features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8144" y="2374603"/>
            <a:ext cx="476248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spc="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Simple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840960" y="2374603"/>
            <a:ext cx="4762481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spc="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Configurable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13641" y="2131715"/>
            <a:ext cx="639349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b="true" sz="3200" spc="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Anonymous and Aggregated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Tools and Technology Stack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571750"/>
            <a:ext cx="7572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Frontend(Mobile Subscriber)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428362"/>
            <a:ext cx="757237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Kotlin + Jetpack Compose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4471349"/>
            <a:ext cx="7572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Android Studio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625" y="2571750"/>
            <a:ext cx="7572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Room Database(Mobile Subscriber)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2625" y="3428362"/>
            <a:ext cx="7572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Hilt(Database Model.kt) and connected to repositories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2625" y="3959381"/>
            <a:ext cx="7572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Kotlin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7015162"/>
            <a:ext cx="7572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Web Frontend(Network Operators)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7871774"/>
            <a:ext cx="7572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React 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8393268"/>
            <a:ext cx="7572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Vercel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72625" y="7015162"/>
            <a:ext cx="7572375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PostgresSQL Database(supabase)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72625" y="7871774"/>
            <a:ext cx="757237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RLS policies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2625" y="8517965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Regulatory policies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3959381"/>
            <a:ext cx="2665148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MVVM Architecture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SWOT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571750"/>
            <a:ext cx="75723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STRENGTHS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428362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Real-time QoE collection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3000" y="3949856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Lightweight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43000" y="4471349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Privacy-conscious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72625" y="2571750"/>
            <a:ext cx="75723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WEAKNESSES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72625" y="3428362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Android-only MVP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72625" y="3949856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User reluctance toward data sharing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7015162"/>
            <a:ext cx="75723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OPPORTUNITIES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000" y="7871774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Operator integration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3000" y="8393268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Cross-platform expansion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" y="8914762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AI-powered QoE prediction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72625" y="7015162"/>
            <a:ext cx="757237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3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THREATS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72625" y="7871774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Privacy concerns &amp; regulations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72625" y="8393268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Android OS restrictions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72625" y="8914762"/>
            <a:ext cx="7572375" cy="436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Regulatory policies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Collaboration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43000" y="2571750"/>
            <a:ext cx="75723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spc="4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GITHUB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43000" y="3428362"/>
            <a:ext cx="757237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For version Control and Collaboration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72625" y="2571750"/>
            <a:ext cx="75723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b="true" sz="3000" spc="4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Weekly meetings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72625" y="3428362"/>
            <a:ext cx="7572375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2B2B2B"/>
                </a:solidFill>
                <a:latin typeface="Inter"/>
                <a:ea typeface="Inter"/>
                <a:cs typeface="Inter"/>
                <a:sym typeface="Inter"/>
              </a:rPr>
              <a:t>For Brainstorming,Decision making and Implementation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812858" y="5299710"/>
            <a:ext cx="416243" cy="416243"/>
            <a:chOff x="0" y="0"/>
            <a:chExt cx="554990" cy="5549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50642" y="47338"/>
              <a:ext cx="447198" cy="456066"/>
            </a:xfrm>
            <a:custGeom>
              <a:avLst/>
              <a:gdLst/>
              <a:ahLst/>
              <a:cxnLst/>
              <a:rect r="r" b="b" t="t" l="l"/>
              <a:pathLst>
                <a:path h="456066" w="447198">
                  <a:moveTo>
                    <a:pt x="447198" y="159672"/>
                  </a:moveTo>
                  <a:cubicBezTo>
                    <a:pt x="447198" y="304452"/>
                    <a:pt x="430688" y="341282"/>
                    <a:pt x="409098" y="369222"/>
                  </a:cubicBezTo>
                  <a:cubicBezTo>
                    <a:pt x="387508" y="397162"/>
                    <a:pt x="354488" y="421292"/>
                    <a:pt x="322738" y="436532"/>
                  </a:cubicBezTo>
                  <a:cubicBezTo>
                    <a:pt x="289718" y="450502"/>
                    <a:pt x="250348" y="458122"/>
                    <a:pt x="214788" y="455582"/>
                  </a:cubicBezTo>
                  <a:cubicBezTo>
                    <a:pt x="179228" y="454312"/>
                    <a:pt x="141128" y="441612"/>
                    <a:pt x="110648" y="423832"/>
                  </a:cubicBezTo>
                  <a:cubicBezTo>
                    <a:pt x="80168" y="404782"/>
                    <a:pt x="50958" y="376842"/>
                    <a:pt x="33178" y="346362"/>
                  </a:cubicBezTo>
                  <a:cubicBezTo>
                    <a:pt x="15398" y="315882"/>
                    <a:pt x="2698" y="276512"/>
                    <a:pt x="158" y="242222"/>
                  </a:cubicBezTo>
                  <a:cubicBezTo>
                    <a:pt x="-1112" y="206662"/>
                    <a:pt x="5238" y="166022"/>
                    <a:pt x="20478" y="134272"/>
                  </a:cubicBezTo>
                  <a:cubicBezTo>
                    <a:pt x="34448" y="101252"/>
                    <a:pt x="59848" y="69502"/>
                    <a:pt x="87788" y="47912"/>
                  </a:cubicBezTo>
                  <a:cubicBezTo>
                    <a:pt x="115728" y="26322"/>
                    <a:pt x="152558" y="9812"/>
                    <a:pt x="188118" y="3462"/>
                  </a:cubicBezTo>
                  <a:cubicBezTo>
                    <a:pt x="222408" y="-2888"/>
                    <a:pt x="263048" y="-348"/>
                    <a:pt x="297338" y="9812"/>
                  </a:cubicBezTo>
                  <a:cubicBezTo>
                    <a:pt x="330358" y="19972"/>
                    <a:pt x="390048" y="65692"/>
                    <a:pt x="390048" y="65692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-816292" y="6095047"/>
            <a:ext cx="7789545" cy="1631633"/>
            <a:chOff x="0" y="0"/>
            <a:chExt cx="10386060" cy="2175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0800" y="50608"/>
              <a:ext cx="10306048" cy="2074103"/>
            </a:xfrm>
            <a:custGeom>
              <a:avLst/>
              <a:gdLst/>
              <a:ahLst/>
              <a:cxnLst/>
              <a:rect r="r" b="b" t="t" l="l"/>
              <a:pathLst>
                <a:path h="2074103" w="10306048">
                  <a:moveTo>
                    <a:pt x="0" y="1853122"/>
                  </a:moveTo>
                  <a:cubicBezTo>
                    <a:pt x="3810" y="1816292"/>
                    <a:pt x="5080" y="1798512"/>
                    <a:pt x="5080" y="1797242"/>
                  </a:cubicBezTo>
                  <a:cubicBezTo>
                    <a:pt x="5080" y="1797242"/>
                    <a:pt x="11430" y="1780732"/>
                    <a:pt x="15240" y="1771842"/>
                  </a:cubicBezTo>
                  <a:cubicBezTo>
                    <a:pt x="17780" y="1762952"/>
                    <a:pt x="24130" y="1746442"/>
                    <a:pt x="24130" y="1745172"/>
                  </a:cubicBezTo>
                  <a:cubicBezTo>
                    <a:pt x="24130" y="1745172"/>
                    <a:pt x="34290" y="1729932"/>
                    <a:pt x="38100" y="1722312"/>
                  </a:cubicBezTo>
                  <a:cubicBezTo>
                    <a:pt x="43180" y="1714692"/>
                    <a:pt x="53340" y="1699452"/>
                    <a:pt x="53340" y="1699452"/>
                  </a:cubicBezTo>
                  <a:cubicBezTo>
                    <a:pt x="53340" y="1699452"/>
                    <a:pt x="67310" y="1686752"/>
                    <a:pt x="73660" y="1680402"/>
                  </a:cubicBezTo>
                  <a:cubicBezTo>
                    <a:pt x="80010" y="1674052"/>
                    <a:pt x="93980" y="1661352"/>
                    <a:pt x="93980" y="1661352"/>
                  </a:cubicBezTo>
                  <a:cubicBezTo>
                    <a:pt x="93980" y="1661352"/>
                    <a:pt x="109220" y="1652462"/>
                    <a:pt x="118110" y="1648652"/>
                  </a:cubicBezTo>
                  <a:cubicBezTo>
                    <a:pt x="125730" y="1643572"/>
                    <a:pt x="134620" y="1642302"/>
                    <a:pt x="142240" y="1634682"/>
                  </a:cubicBezTo>
                  <a:cubicBezTo>
                    <a:pt x="152400" y="1623252"/>
                    <a:pt x="148590" y="1599122"/>
                    <a:pt x="166370" y="1581342"/>
                  </a:cubicBezTo>
                  <a:cubicBezTo>
                    <a:pt x="208280" y="1540702"/>
                    <a:pt x="340360" y="1496252"/>
                    <a:pt x="453390" y="1458152"/>
                  </a:cubicBezTo>
                  <a:cubicBezTo>
                    <a:pt x="607060" y="1407352"/>
                    <a:pt x="788670" y="1373062"/>
                    <a:pt x="1013460" y="1323532"/>
                  </a:cubicBezTo>
                  <a:cubicBezTo>
                    <a:pt x="1347470" y="1249872"/>
                    <a:pt x="2066290" y="1103822"/>
                    <a:pt x="2264410" y="1074612"/>
                  </a:cubicBezTo>
                  <a:cubicBezTo>
                    <a:pt x="2326640" y="1064452"/>
                    <a:pt x="2368550" y="1074612"/>
                    <a:pt x="2386330" y="1060642"/>
                  </a:cubicBezTo>
                  <a:cubicBezTo>
                    <a:pt x="2393950" y="1055562"/>
                    <a:pt x="2392680" y="1046672"/>
                    <a:pt x="2396490" y="1039052"/>
                  </a:cubicBezTo>
                  <a:cubicBezTo>
                    <a:pt x="2400300" y="1030162"/>
                    <a:pt x="2407920" y="1013652"/>
                    <a:pt x="2407920" y="1013652"/>
                  </a:cubicBezTo>
                  <a:cubicBezTo>
                    <a:pt x="2407920" y="1013652"/>
                    <a:pt x="2419350" y="998412"/>
                    <a:pt x="2424430" y="992062"/>
                  </a:cubicBezTo>
                  <a:cubicBezTo>
                    <a:pt x="2429510" y="986982"/>
                    <a:pt x="2438400" y="980632"/>
                    <a:pt x="2435860" y="978092"/>
                  </a:cubicBezTo>
                  <a:cubicBezTo>
                    <a:pt x="2433320" y="971742"/>
                    <a:pt x="2376170" y="978092"/>
                    <a:pt x="2376170" y="978092"/>
                  </a:cubicBezTo>
                  <a:cubicBezTo>
                    <a:pt x="2374900" y="978092"/>
                    <a:pt x="2357120" y="975552"/>
                    <a:pt x="2348230" y="974282"/>
                  </a:cubicBezTo>
                  <a:cubicBezTo>
                    <a:pt x="2339340" y="973012"/>
                    <a:pt x="2321560" y="970472"/>
                    <a:pt x="2320290" y="970472"/>
                  </a:cubicBezTo>
                  <a:cubicBezTo>
                    <a:pt x="2320290" y="970472"/>
                    <a:pt x="2303780" y="964122"/>
                    <a:pt x="2294890" y="961582"/>
                  </a:cubicBezTo>
                  <a:cubicBezTo>
                    <a:pt x="2286000" y="957772"/>
                    <a:pt x="2269490" y="951422"/>
                    <a:pt x="2269490" y="951422"/>
                  </a:cubicBezTo>
                  <a:cubicBezTo>
                    <a:pt x="2269490" y="951422"/>
                    <a:pt x="2254250" y="941262"/>
                    <a:pt x="2246630" y="934912"/>
                  </a:cubicBezTo>
                  <a:cubicBezTo>
                    <a:pt x="2239010" y="929832"/>
                    <a:pt x="2223770" y="919672"/>
                    <a:pt x="2223770" y="919672"/>
                  </a:cubicBezTo>
                  <a:cubicBezTo>
                    <a:pt x="2223770" y="919672"/>
                    <a:pt x="2212340" y="905702"/>
                    <a:pt x="2205990" y="899352"/>
                  </a:cubicBezTo>
                  <a:cubicBezTo>
                    <a:pt x="2199640" y="891732"/>
                    <a:pt x="2188210" y="879032"/>
                    <a:pt x="2186940" y="879032"/>
                  </a:cubicBezTo>
                  <a:cubicBezTo>
                    <a:pt x="2186940" y="877762"/>
                    <a:pt x="2179320" y="862522"/>
                    <a:pt x="2174240" y="853632"/>
                  </a:cubicBezTo>
                  <a:cubicBezTo>
                    <a:pt x="2170430" y="846012"/>
                    <a:pt x="2161540" y="829502"/>
                    <a:pt x="2161540" y="829502"/>
                  </a:cubicBezTo>
                  <a:cubicBezTo>
                    <a:pt x="2161540" y="829502"/>
                    <a:pt x="2157730" y="811722"/>
                    <a:pt x="2155190" y="802832"/>
                  </a:cubicBezTo>
                  <a:cubicBezTo>
                    <a:pt x="2152650" y="793942"/>
                    <a:pt x="2148840" y="776162"/>
                    <a:pt x="2148840" y="776162"/>
                  </a:cubicBezTo>
                  <a:cubicBezTo>
                    <a:pt x="2148840" y="776162"/>
                    <a:pt x="2148840" y="758382"/>
                    <a:pt x="2148840" y="748222"/>
                  </a:cubicBezTo>
                  <a:cubicBezTo>
                    <a:pt x="2148840" y="739332"/>
                    <a:pt x="2148840" y="721552"/>
                    <a:pt x="2148840" y="721552"/>
                  </a:cubicBezTo>
                  <a:cubicBezTo>
                    <a:pt x="2148840" y="720282"/>
                    <a:pt x="2152650" y="703772"/>
                    <a:pt x="2155190" y="694882"/>
                  </a:cubicBezTo>
                  <a:cubicBezTo>
                    <a:pt x="2157730" y="685992"/>
                    <a:pt x="2161540" y="668212"/>
                    <a:pt x="2161540" y="668212"/>
                  </a:cubicBezTo>
                  <a:cubicBezTo>
                    <a:pt x="2162810" y="666942"/>
                    <a:pt x="2170430" y="651702"/>
                    <a:pt x="2175510" y="642812"/>
                  </a:cubicBezTo>
                  <a:cubicBezTo>
                    <a:pt x="2179320" y="635192"/>
                    <a:pt x="2186940" y="618682"/>
                    <a:pt x="2188210" y="618682"/>
                  </a:cubicBezTo>
                  <a:cubicBezTo>
                    <a:pt x="2188210" y="618682"/>
                    <a:pt x="2199640" y="604712"/>
                    <a:pt x="2205990" y="598362"/>
                  </a:cubicBezTo>
                  <a:cubicBezTo>
                    <a:pt x="2212340" y="592012"/>
                    <a:pt x="2223770" y="578042"/>
                    <a:pt x="2223770" y="578042"/>
                  </a:cubicBezTo>
                  <a:cubicBezTo>
                    <a:pt x="2225040" y="576772"/>
                    <a:pt x="2239010" y="566612"/>
                    <a:pt x="2246630" y="561532"/>
                  </a:cubicBezTo>
                  <a:cubicBezTo>
                    <a:pt x="2254250" y="556452"/>
                    <a:pt x="2269490" y="546292"/>
                    <a:pt x="2269490" y="546292"/>
                  </a:cubicBezTo>
                  <a:cubicBezTo>
                    <a:pt x="2269490" y="546292"/>
                    <a:pt x="2287270" y="539942"/>
                    <a:pt x="2294890" y="536132"/>
                  </a:cubicBezTo>
                  <a:cubicBezTo>
                    <a:pt x="2303780" y="533592"/>
                    <a:pt x="2320290" y="527242"/>
                    <a:pt x="2321560" y="527242"/>
                  </a:cubicBezTo>
                  <a:cubicBezTo>
                    <a:pt x="2321560" y="527242"/>
                    <a:pt x="2339340" y="524702"/>
                    <a:pt x="2348230" y="523432"/>
                  </a:cubicBezTo>
                  <a:cubicBezTo>
                    <a:pt x="2357120" y="522162"/>
                    <a:pt x="2374900" y="520892"/>
                    <a:pt x="2376170" y="520892"/>
                  </a:cubicBezTo>
                  <a:cubicBezTo>
                    <a:pt x="2376170" y="520892"/>
                    <a:pt x="2540000" y="520892"/>
                    <a:pt x="2608580" y="520892"/>
                  </a:cubicBezTo>
                  <a:cubicBezTo>
                    <a:pt x="2664460" y="520892"/>
                    <a:pt x="2696210" y="525972"/>
                    <a:pt x="2758440" y="520892"/>
                  </a:cubicBezTo>
                  <a:cubicBezTo>
                    <a:pt x="2861310" y="510732"/>
                    <a:pt x="3042920" y="439612"/>
                    <a:pt x="3163570" y="444692"/>
                  </a:cubicBezTo>
                  <a:cubicBezTo>
                    <a:pt x="3265170" y="448502"/>
                    <a:pt x="3340100" y="506922"/>
                    <a:pt x="3436620" y="520892"/>
                  </a:cubicBezTo>
                  <a:cubicBezTo>
                    <a:pt x="3544570" y="534862"/>
                    <a:pt x="3671570" y="520892"/>
                    <a:pt x="3782060" y="520892"/>
                  </a:cubicBezTo>
                  <a:cubicBezTo>
                    <a:pt x="3884930" y="520892"/>
                    <a:pt x="3983990" y="520892"/>
                    <a:pt x="4076700" y="520892"/>
                  </a:cubicBezTo>
                  <a:cubicBezTo>
                    <a:pt x="4159250" y="520892"/>
                    <a:pt x="4259580" y="520892"/>
                    <a:pt x="4312920" y="520892"/>
                  </a:cubicBezTo>
                  <a:cubicBezTo>
                    <a:pt x="4339590" y="520892"/>
                    <a:pt x="4367530" y="522162"/>
                    <a:pt x="4375150" y="520892"/>
                  </a:cubicBezTo>
                  <a:cubicBezTo>
                    <a:pt x="4376420" y="519622"/>
                    <a:pt x="4376420" y="519622"/>
                    <a:pt x="4377690" y="518352"/>
                  </a:cubicBezTo>
                  <a:cubicBezTo>
                    <a:pt x="4381500" y="517082"/>
                    <a:pt x="4401820" y="505652"/>
                    <a:pt x="4401820" y="505652"/>
                  </a:cubicBezTo>
                  <a:cubicBezTo>
                    <a:pt x="4401820" y="505652"/>
                    <a:pt x="4419600" y="500572"/>
                    <a:pt x="4428490" y="498032"/>
                  </a:cubicBezTo>
                  <a:cubicBezTo>
                    <a:pt x="4437380" y="495492"/>
                    <a:pt x="4443730" y="494222"/>
                    <a:pt x="4455160" y="490412"/>
                  </a:cubicBezTo>
                  <a:cubicBezTo>
                    <a:pt x="4478020" y="482792"/>
                    <a:pt x="4551680" y="459932"/>
                    <a:pt x="4555490" y="448502"/>
                  </a:cubicBezTo>
                  <a:cubicBezTo>
                    <a:pt x="4556760" y="444692"/>
                    <a:pt x="4551680" y="442152"/>
                    <a:pt x="4549140" y="437072"/>
                  </a:cubicBezTo>
                  <a:cubicBezTo>
                    <a:pt x="4545330" y="430722"/>
                    <a:pt x="4535170" y="414212"/>
                    <a:pt x="4535170" y="414212"/>
                  </a:cubicBezTo>
                  <a:cubicBezTo>
                    <a:pt x="4535170" y="412942"/>
                    <a:pt x="4530090" y="396432"/>
                    <a:pt x="4527550" y="387542"/>
                  </a:cubicBezTo>
                  <a:cubicBezTo>
                    <a:pt x="4525010" y="378652"/>
                    <a:pt x="4519930" y="360872"/>
                    <a:pt x="4519930" y="360872"/>
                  </a:cubicBezTo>
                  <a:cubicBezTo>
                    <a:pt x="4519930" y="360872"/>
                    <a:pt x="4518660" y="343092"/>
                    <a:pt x="4518660" y="332932"/>
                  </a:cubicBezTo>
                  <a:cubicBezTo>
                    <a:pt x="4518660" y="324042"/>
                    <a:pt x="4517390" y="306262"/>
                    <a:pt x="4517390" y="306262"/>
                  </a:cubicBezTo>
                  <a:cubicBezTo>
                    <a:pt x="4517390" y="304992"/>
                    <a:pt x="4521200" y="287212"/>
                    <a:pt x="4522470" y="278322"/>
                  </a:cubicBezTo>
                  <a:cubicBezTo>
                    <a:pt x="4525010" y="269432"/>
                    <a:pt x="4528820" y="251652"/>
                    <a:pt x="4528820" y="251652"/>
                  </a:cubicBezTo>
                  <a:cubicBezTo>
                    <a:pt x="4528820" y="251652"/>
                    <a:pt x="4536440" y="235142"/>
                    <a:pt x="4540250" y="226252"/>
                  </a:cubicBezTo>
                  <a:cubicBezTo>
                    <a:pt x="4544060" y="218632"/>
                    <a:pt x="4551680" y="202122"/>
                    <a:pt x="4551680" y="202122"/>
                  </a:cubicBezTo>
                  <a:cubicBezTo>
                    <a:pt x="4551680" y="202122"/>
                    <a:pt x="4563110" y="188152"/>
                    <a:pt x="4569460" y="180532"/>
                  </a:cubicBezTo>
                  <a:cubicBezTo>
                    <a:pt x="4574540" y="172912"/>
                    <a:pt x="4585970" y="158942"/>
                    <a:pt x="4587240" y="158942"/>
                  </a:cubicBezTo>
                  <a:cubicBezTo>
                    <a:pt x="4587240" y="158942"/>
                    <a:pt x="4601210" y="147512"/>
                    <a:pt x="4608830" y="142432"/>
                  </a:cubicBezTo>
                  <a:cubicBezTo>
                    <a:pt x="4616450" y="137352"/>
                    <a:pt x="4630420" y="125922"/>
                    <a:pt x="4630420" y="125922"/>
                  </a:cubicBezTo>
                  <a:cubicBezTo>
                    <a:pt x="4631690" y="125922"/>
                    <a:pt x="4648200" y="118302"/>
                    <a:pt x="4655820" y="115762"/>
                  </a:cubicBezTo>
                  <a:cubicBezTo>
                    <a:pt x="4664710" y="111952"/>
                    <a:pt x="4681220" y="104332"/>
                    <a:pt x="4681220" y="104332"/>
                  </a:cubicBezTo>
                  <a:cubicBezTo>
                    <a:pt x="4681220" y="104332"/>
                    <a:pt x="4699000" y="101792"/>
                    <a:pt x="4709160" y="99252"/>
                  </a:cubicBezTo>
                  <a:cubicBezTo>
                    <a:pt x="4718050" y="97982"/>
                    <a:pt x="4735830" y="95442"/>
                    <a:pt x="4735830" y="95442"/>
                  </a:cubicBezTo>
                  <a:cubicBezTo>
                    <a:pt x="4735830" y="95442"/>
                    <a:pt x="4753610" y="96712"/>
                    <a:pt x="4763770" y="97982"/>
                  </a:cubicBezTo>
                  <a:cubicBezTo>
                    <a:pt x="4772660" y="97982"/>
                    <a:pt x="4790440" y="99252"/>
                    <a:pt x="4790440" y="99252"/>
                  </a:cubicBezTo>
                  <a:cubicBezTo>
                    <a:pt x="4791710" y="99252"/>
                    <a:pt x="5124450" y="136082"/>
                    <a:pt x="5247640" y="176722"/>
                  </a:cubicBezTo>
                  <a:cubicBezTo>
                    <a:pt x="5340350" y="208472"/>
                    <a:pt x="5441950" y="275782"/>
                    <a:pt x="5478780" y="297372"/>
                  </a:cubicBezTo>
                  <a:cubicBezTo>
                    <a:pt x="5491480" y="303722"/>
                    <a:pt x="5491480" y="306262"/>
                    <a:pt x="5502910" y="312612"/>
                  </a:cubicBezTo>
                  <a:cubicBezTo>
                    <a:pt x="5535930" y="329122"/>
                    <a:pt x="5668010" y="396432"/>
                    <a:pt x="5684520" y="390082"/>
                  </a:cubicBezTo>
                  <a:cubicBezTo>
                    <a:pt x="5689600" y="387542"/>
                    <a:pt x="5685790" y="382462"/>
                    <a:pt x="5689600" y="378652"/>
                  </a:cubicBezTo>
                  <a:cubicBezTo>
                    <a:pt x="5708650" y="360872"/>
                    <a:pt x="5849620" y="292292"/>
                    <a:pt x="5911850" y="304992"/>
                  </a:cubicBezTo>
                  <a:cubicBezTo>
                    <a:pt x="5965190" y="313882"/>
                    <a:pt x="6004560" y="398972"/>
                    <a:pt x="6047740" y="416752"/>
                  </a:cubicBezTo>
                  <a:cubicBezTo>
                    <a:pt x="6079490" y="429452"/>
                    <a:pt x="6116320" y="439612"/>
                    <a:pt x="6139180" y="424372"/>
                  </a:cubicBezTo>
                  <a:cubicBezTo>
                    <a:pt x="6169660" y="402782"/>
                    <a:pt x="6140450" y="294832"/>
                    <a:pt x="6183630" y="256732"/>
                  </a:cubicBezTo>
                  <a:cubicBezTo>
                    <a:pt x="6244590" y="202122"/>
                    <a:pt x="6447790" y="180532"/>
                    <a:pt x="6540500" y="203392"/>
                  </a:cubicBezTo>
                  <a:cubicBezTo>
                    <a:pt x="6610350" y="222442"/>
                    <a:pt x="6659880" y="338012"/>
                    <a:pt x="6703060" y="329122"/>
                  </a:cubicBezTo>
                  <a:cubicBezTo>
                    <a:pt x="6747510" y="318962"/>
                    <a:pt x="6747510" y="162752"/>
                    <a:pt x="6804660" y="143702"/>
                  </a:cubicBezTo>
                  <a:cubicBezTo>
                    <a:pt x="6885940" y="115762"/>
                    <a:pt x="7146290" y="259272"/>
                    <a:pt x="7186930" y="304992"/>
                  </a:cubicBezTo>
                  <a:cubicBezTo>
                    <a:pt x="7200900" y="320232"/>
                    <a:pt x="7188200" y="339282"/>
                    <a:pt x="7200900" y="346902"/>
                  </a:cubicBezTo>
                  <a:cubicBezTo>
                    <a:pt x="7226300" y="363412"/>
                    <a:pt x="7330440" y="301182"/>
                    <a:pt x="7386320" y="325312"/>
                  </a:cubicBezTo>
                  <a:cubicBezTo>
                    <a:pt x="7458710" y="355792"/>
                    <a:pt x="7534910" y="504382"/>
                    <a:pt x="7571740" y="575502"/>
                  </a:cubicBezTo>
                  <a:cubicBezTo>
                    <a:pt x="7594600" y="621222"/>
                    <a:pt x="7575550" y="675832"/>
                    <a:pt x="7611110" y="696152"/>
                  </a:cubicBezTo>
                  <a:cubicBezTo>
                    <a:pt x="7674610" y="734252"/>
                    <a:pt x="7854950" y="647892"/>
                    <a:pt x="8020050" y="611062"/>
                  </a:cubicBezTo>
                  <a:cubicBezTo>
                    <a:pt x="8277860" y="555182"/>
                    <a:pt x="8723630" y="444692"/>
                    <a:pt x="9000490" y="383732"/>
                  </a:cubicBezTo>
                  <a:cubicBezTo>
                    <a:pt x="9203690" y="338012"/>
                    <a:pt x="9380220" y="308802"/>
                    <a:pt x="9531350" y="269432"/>
                  </a:cubicBezTo>
                  <a:cubicBezTo>
                    <a:pt x="9646920" y="238952"/>
                    <a:pt x="9758680" y="146242"/>
                    <a:pt x="9834880" y="174182"/>
                  </a:cubicBezTo>
                  <a:cubicBezTo>
                    <a:pt x="9903460" y="199582"/>
                    <a:pt x="9958070" y="358332"/>
                    <a:pt x="9977120" y="402782"/>
                  </a:cubicBezTo>
                  <a:cubicBezTo>
                    <a:pt x="9983470" y="420562"/>
                    <a:pt x="9983470" y="440882"/>
                    <a:pt x="9984740" y="440882"/>
                  </a:cubicBezTo>
                  <a:cubicBezTo>
                    <a:pt x="9986010" y="440882"/>
                    <a:pt x="9986010" y="440882"/>
                    <a:pt x="9986010" y="439612"/>
                  </a:cubicBezTo>
                  <a:cubicBezTo>
                    <a:pt x="9991090" y="419292"/>
                    <a:pt x="10097770" y="21782"/>
                    <a:pt x="10102850" y="1462"/>
                  </a:cubicBezTo>
                  <a:cubicBezTo>
                    <a:pt x="10104120" y="192"/>
                    <a:pt x="10102850" y="192"/>
                    <a:pt x="10104120" y="192"/>
                  </a:cubicBezTo>
                  <a:cubicBezTo>
                    <a:pt x="10111740" y="-3618"/>
                    <a:pt x="10255250" y="49722"/>
                    <a:pt x="10284460" y="109412"/>
                  </a:cubicBezTo>
                  <a:cubicBezTo>
                    <a:pt x="10323830" y="186882"/>
                    <a:pt x="10307320" y="376112"/>
                    <a:pt x="10251440" y="459932"/>
                  </a:cubicBezTo>
                  <a:cubicBezTo>
                    <a:pt x="10198100" y="539942"/>
                    <a:pt x="10071100" y="567882"/>
                    <a:pt x="9970770" y="609792"/>
                  </a:cubicBezTo>
                  <a:cubicBezTo>
                    <a:pt x="9864090" y="655512"/>
                    <a:pt x="9754870" y="683452"/>
                    <a:pt x="9627870" y="716472"/>
                  </a:cubicBezTo>
                  <a:cubicBezTo>
                    <a:pt x="9471660" y="757112"/>
                    <a:pt x="9305290" y="783782"/>
                    <a:pt x="9104630" y="828232"/>
                  </a:cubicBezTo>
                  <a:cubicBezTo>
                    <a:pt x="8825230" y="890462"/>
                    <a:pt x="8331200" y="1011112"/>
                    <a:pt x="8112760" y="1059372"/>
                  </a:cubicBezTo>
                  <a:cubicBezTo>
                    <a:pt x="8004810" y="1083502"/>
                    <a:pt x="7871460" y="1088582"/>
                    <a:pt x="7871460" y="1108902"/>
                  </a:cubicBezTo>
                  <a:cubicBezTo>
                    <a:pt x="7870190" y="1133032"/>
                    <a:pt x="8089900" y="1159702"/>
                    <a:pt x="8180070" y="1196532"/>
                  </a:cubicBezTo>
                  <a:cubicBezTo>
                    <a:pt x="8256270" y="1227012"/>
                    <a:pt x="8382000" y="1304482"/>
                    <a:pt x="8383270" y="1304482"/>
                  </a:cubicBezTo>
                  <a:cubicBezTo>
                    <a:pt x="8384540" y="1305752"/>
                    <a:pt x="8401050" y="1310832"/>
                    <a:pt x="8409940" y="1313372"/>
                  </a:cubicBezTo>
                  <a:cubicBezTo>
                    <a:pt x="8418830" y="1315912"/>
                    <a:pt x="8436610" y="1320992"/>
                    <a:pt x="8436610" y="1320992"/>
                  </a:cubicBezTo>
                  <a:cubicBezTo>
                    <a:pt x="8436610" y="1320992"/>
                    <a:pt x="8451850" y="1329882"/>
                    <a:pt x="8460740" y="1334962"/>
                  </a:cubicBezTo>
                  <a:cubicBezTo>
                    <a:pt x="8468360" y="1338772"/>
                    <a:pt x="8483600" y="1347662"/>
                    <a:pt x="8483600" y="1348932"/>
                  </a:cubicBezTo>
                  <a:cubicBezTo>
                    <a:pt x="8484870" y="1348932"/>
                    <a:pt x="8497570" y="1361632"/>
                    <a:pt x="8503920" y="1367982"/>
                  </a:cubicBezTo>
                  <a:cubicBezTo>
                    <a:pt x="8510270" y="1374332"/>
                    <a:pt x="8522970" y="1387032"/>
                    <a:pt x="8522970" y="1387032"/>
                  </a:cubicBezTo>
                  <a:cubicBezTo>
                    <a:pt x="8522970" y="1387032"/>
                    <a:pt x="8524240" y="1387032"/>
                    <a:pt x="8524240" y="1387032"/>
                  </a:cubicBezTo>
                  <a:cubicBezTo>
                    <a:pt x="8524240" y="1387032"/>
                    <a:pt x="8533130" y="1402272"/>
                    <a:pt x="8538210" y="1409892"/>
                  </a:cubicBezTo>
                  <a:cubicBezTo>
                    <a:pt x="8543290" y="1417512"/>
                    <a:pt x="8552180" y="1432752"/>
                    <a:pt x="8552180" y="1434022"/>
                  </a:cubicBezTo>
                  <a:cubicBezTo>
                    <a:pt x="8552180" y="1434022"/>
                    <a:pt x="8553450" y="1434022"/>
                    <a:pt x="8553450" y="1434022"/>
                  </a:cubicBezTo>
                  <a:cubicBezTo>
                    <a:pt x="8553450" y="1434022"/>
                    <a:pt x="8558530" y="1450532"/>
                    <a:pt x="8561070" y="1459422"/>
                  </a:cubicBezTo>
                  <a:cubicBezTo>
                    <a:pt x="8564880" y="1468312"/>
                    <a:pt x="8569960" y="1486092"/>
                    <a:pt x="8569960" y="1486092"/>
                  </a:cubicBezTo>
                  <a:cubicBezTo>
                    <a:pt x="8569960" y="1486092"/>
                    <a:pt x="8571230" y="1503872"/>
                    <a:pt x="8572500" y="1514032"/>
                  </a:cubicBezTo>
                  <a:cubicBezTo>
                    <a:pt x="8572500" y="1522922"/>
                    <a:pt x="8573770" y="1540702"/>
                    <a:pt x="8573770" y="1540702"/>
                  </a:cubicBezTo>
                  <a:cubicBezTo>
                    <a:pt x="8573770" y="1540702"/>
                    <a:pt x="8571230" y="1558482"/>
                    <a:pt x="8569960" y="1568642"/>
                  </a:cubicBezTo>
                  <a:cubicBezTo>
                    <a:pt x="8568690" y="1577532"/>
                    <a:pt x="8564880" y="1595312"/>
                    <a:pt x="8564880" y="1595312"/>
                  </a:cubicBezTo>
                  <a:cubicBezTo>
                    <a:pt x="8564880" y="1595312"/>
                    <a:pt x="8557260" y="1611822"/>
                    <a:pt x="8553450" y="1620712"/>
                  </a:cubicBezTo>
                  <a:cubicBezTo>
                    <a:pt x="8550910" y="1629602"/>
                    <a:pt x="8543290" y="1646112"/>
                    <a:pt x="8543290" y="1646112"/>
                  </a:cubicBezTo>
                  <a:cubicBezTo>
                    <a:pt x="8543290" y="1646112"/>
                    <a:pt x="8531860" y="1660082"/>
                    <a:pt x="8526780" y="1667702"/>
                  </a:cubicBezTo>
                  <a:cubicBezTo>
                    <a:pt x="8520430" y="1675322"/>
                    <a:pt x="8510270" y="1689292"/>
                    <a:pt x="8510270" y="1689292"/>
                  </a:cubicBezTo>
                  <a:cubicBezTo>
                    <a:pt x="8509000" y="1690562"/>
                    <a:pt x="8495030" y="1700722"/>
                    <a:pt x="8488680" y="1707072"/>
                  </a:cubicBezTo>
                  <a:cubicBezTo>
                    <a:pt x="8481060" y="1713422"/>
                    <a:pt x="8467090" y="1723582"/>
                    <a:pt x="8467090" y="1724852"/>
                  </a:cubicBezTo>
                  <a:cubicBezTo>
                    <a:pt x="8467090" y="1724852"/>
                    <a:pt x="8450580" y="1732472"/>
                    <a:pt x="8441690" y="1736282"/>
                  </a:cubicBezTo>
                  <a:cubicBezTo>
                    <a:pt x="8434070" y="1740092"/>
                    <a:pt x="8417560" y="1747712"/>
                    <a:pt x="8417560" y="1747712"/>
                  </a:cubicBezTo>
                  <a:cubicBezTo>
                    <a:pt x="8416290" y="1747712"/>
                    <a:pt x="8398510" y="1751522"/>
                    <a:pt x="8389620" y="1752792"/>
                  </a:cubicBezTo>
                  <a:cubicBezTo>
                    <a:pt x="8380730" y="1755332"/>
                    <a:pt x="8362950" y="1757872"/>
                    <a:pt x="8362950" y="1757872"/>
                  </a:cubicBezTo>
                  <a:cubicBezTo>
                    <a:pt x="8362950" y="1759142"/>
                    <a:pt x="8345170" y="1757872"/>
                    <a:pt x="8335010" y="1756602"/>
                  </a:cubicBezTo>
                  <a:cubicBezTo>
                    <a:pt x="8326120" y="1756602"/>
                    <a:pt x="8308340" y="1756602"/>
                    <a:pt x="8308340" y="1756602"/>
                  </a:cubicBezTo>
                  <a:cubicBezTo>
                    <a:pt x="8307070" y="1755332"/>
                    <a:pt x="8293100" y="1751522"/>
                    <a:pt x="8277860" y="1748982"/>
                  </a:cubicBezTo>
                  <a:cubicBezTo>
                    <a:pt x="8227060" y="1738822"/>
                    <a:pt x="8068310" y="1710882"/>
                    <a:pt x="7961630" y="1690562"/>
                  </a:cubicBezTo>
                  <a:cubicBezTo>
                    <a:pt x="7852410" y="1670242"/>
                    <a:pt x="7749540" y="1651192"/>
                    <a:pt x="7628890" y="1623252"/>
                  </a:cubicBezTo>
                  <a:cubicBezTo>
                    <a:pt x="7486650" y="1591502"/>
                    <a:pt x="7319010" y="1547052"/>
                    <a:pt x="7164070" y="1508952"/>
                  </a:cubicBezTo>
                  <a:cubicBezTo>
                    <a:pt x="7009130" y="1470852"/>
                    <a:pt x="6799580" y="1421322"/>
                    <a:pt x="6699250" y="1394652"/>
                  </a:cubicBezTo>
                  <a:cubicBezTo>
                    <a:pt x="6652260" y="1381952"/>
                    <a:pt x="6649720" y="1367982"/>
                    <a:pt x="6595110" y="1364172"/>
                  </a:cubicBezTo>
                  <a:cubicBezTo>
                    <a:pt x="6394450" y="1350202"/>
                    <a:pt x="5715000" y="1489902"/>
                    <a:pt x="5195570" y="1558482"/>
                  </a:cubicBezTo>
                  <a:cubicBezTo>
                    <a:pt x="4546600" y="1643572"/>
                    <a:pt x="3671570" y="1762952"/>
                    <a:pt x="2999740" y="1830262"/>
                  </a:cubicBezTo>
                  <a:cubicBezTo>
                    <a:pt x="2432050" y="1886142"/>
                    <a:pt x="1854200" y="1911542"/>
                    <a:pt x="1426210" y="1947102"/>
                  </a:cubicBezTo>
                  <a:cubicBezTo>
                    <a:pt x="1131570" y="1972502"/>
                    <a:pt x="883920" y="1995362"/>
                    <a:pt x="679450" y="2015682"/>
                  </a:cubicBezTo>
                  <a:cubicBezTo>
                    <a:pt x="537210" y="2030922"/>
                    <a:pt x="317500" y="2057592"/>
                    <a:pt x="316230" y="2057592"/>
                  </a:cubicBezTo>
                  <a:cubicBezTo>
                    <a:pt x="316230" y="2057592"/>
                    <a:pt x="298450" y="2062672"/>
                    <a:pt x="289560" y="2065212"/>
                  </a:cubicBezTo>
                  <a:cubicBezTo>
                    <a:pt x="280670" y="2067752"/>
                    <a:pt x="264160" y="2071562"/>
                    <a:pt x="262890" y="2071562"/>
                  </a:cubicBezTo>
                  <a:cubicBezTo>
                    <a:pt x="262890" y="2071562"/>
                    <a:pt x="245110" y="2072832"/>
                    <a:pt x="236220" y="2072832"/>
                  </a:cubicBezTo>
                  <a:cubicBezTo>
                    <a:pt x="226060" y="2072832"/>
                    <a:pt x="208280" y="2074102"/>
                    <a:pt x="208280" y="2074102"/>
                  </a:cubicBezTo>
                  <a:cubicBezTo>
                    <a:pt x="208280" y="2074102"/>
                    <a:pt x="190500" y="2070292"/>
                    <a:pt x="181610" y="2067752"/>
                  </a:cubicBezTo>
                  <a:cubicBezTo>
                    <a:pt x="172720" y="2066482"/>
                    <a:pt x="154940" y="2062672"/>
                    <a:pt x="153670" y="2061402"/>
                  </a:cubicBezTo>
                  <a:cubicBezTo>
                    <a:pt x="153670" y="2061402"/>
                    <a:pt x="137160" y="2053782"/>
                    <a:pt x="129540" y="2049972"/>
                  </a:cubicBezTo>
                  <a:cubicBezTo>
                    <a:pt x="120650" y="2046162"/>
                    <a:pt x="105410" y="2038542"/>
                    <a:pt x="104140" y="2037272"/>
                  </a:cubicBezTo>
                  <a:cubicBezTo>
                    <a:pt x="104140" y="2037272"/>
                    <a:pt x="90170" y="2025842"/>
                    <a:pt x="83820" y="2020762"/>
                  </a:cubicBezTo>
                  <a:cubicBezTo>
                    <a:pt x="76200" y="2014412"/>
                    <a:pt x="62230" y="2002982"/>
                    <a:pt x="62230" y="2002982"/>
                  </a:cubicBezTo>
                  <a:cubicBezTo>
                    <a:pt x="62230" y="2001712"/>
                    <a:pt x="52070" y="1987742"/>
                    <a:pt x="45720" y="1980122"/>
                  </a:cubicBezTo>
                  <a:cubicBezTo>
                    <a:pt x="40640" y="1972502"/>
                    <a:pt x="30480" y="1958532"/>
                    <a:pt x="29210" y="1958532"/>
                  </a:cubicBezTo>
                  <a:cubicBezTo>
                    <a:pt x="29210" y="1957262"/>
                    <a:pt x="22860" y="1940752"/>
                    <a:pt x="19050" y="1933132"/>
                  </a:cubicBezTo>
                  <a:cubicBezTo>
                    <a:pt x="15240" y="1924242"/>
                    <a:pt x="8890" y="1907732"/>
                    <a:pt x="8890" y="1907732"/>
                  </a:cubicBezTo>
                  <a:cubicBezTo>
                    <a:pt x="8890" y="1907732"/>
                    <a:pt x="8890" y="1907732"/>
                    <a:pt x="8890" y="1906462"/>
                  </a:cubicBezTo>
                  <a:cubicBezTo>
                    <a:pt x="8890" y="1906462"/>
                    <a:pt x="6350" y="1888682"/>
                    <a:pt x="5080" y="1879792"/>
                  </a:cubicBezTo>
                  <a:cubicBezTo>
                    <a:pt x="3810" y="1870902"/>
                    <a:pt x="0" y="1853122"/>
                    <a:pt x="0" y="1853122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5605462" y="5052060"/>
            <a:ext cx="184785" cy="184785"/>
            <a:chOff x="0" y="0"/>
            <a:chExt cx="246380" cy="2463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48157" y="50749"/>
              <a:ext cx="144883" cy="148600"/>
            </a:xfrm>
            <a:custGeom>
              <a:avLst/>
              <a:gdLst/>
              <a:ahLst/>
              <a:cxnLst/>
              <a:rect r="r" b="b" t="t" l="l"/>
              <a:pathLst>
                <a:path h="148600" w="144883">
                  <a:moveTo>
                    <a:pt x="144883" y="52121"/>
                  </a:moveTo>
                  <a:cubicBezTo>
                    <a:pt x="142343" y="106731"/>
                    <a:pt x="123293" y="135941"/>
                    <a:pt x="104243" y="144831"/>
                  </a:cubicBezTo>
                  <a:cubicBezTo>
                    <a:pt x="85193" y="152451"/>
                    <a:pt x="49633" y="147371"/>
                    <a:pt x="33123" y="139751"/>
                  </a:cubicBezTo>
                  <a:cubicBezTo>
                    <a:pt x="21693" y="134671"/>
                    <a:pt x="12803" y="125781"/>
                    <a:pt x="7723" y="114351"/>
                  </a:cubicBezTo>
                  <a:cubicBezTo>
                    <a:pt x="103" y="97841"/>
                    <a:pt x="-2437" y="61011"/>
                    <a:pt x="2643" y="43231"/>
                  </a:cubicBezTo>
                  <a:cubicBezTo>
                    <a:pt x="7723" y="30531"/>
                    <a:pt x="16613" y="21641"/>
                    <a:pt x="25503" y="15291"/>
                  </a:cubicBezTo>
                  <a:cubicBezTo>
                    <a:pt x="35663" y="7671"/>
                    <a:pt x="45823" y="1321"/>
                    <a:pt x="58523" y="51"/>
                  </a:cubicBezTo>
                  <a:cubicBezTo>
                    <a:pt x="77573" y="-1219"/>
                    <a:pt x="127103" y="21641"/>
                    <a:pt x="127103" y="2164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4735830" y="6467475"/>
            <a:ext cx="5576888" cy="380047"/>
            <a:chOff x="0" y="0"/>
            <a:chExt cx="7435850" cy="50673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351" y="41746"/>
              <a:ext cx="7334621" cy="414078"/>
            </a:xfrm>
            <a:custGeom>
              <a:avLst/>
              <a:gdLst/>
              <a:ahLst/>
              <a:cxnLst/>
              <a:rect r="r" b="b" t="t" l="l"/>
              <a:pathLst>
                <a:path h="414078" w="7334621">
                  <a:moveTo>
                    <a:pt x="721539" y="162724"/>
                  </a:moveTo>
                  <a:cubicBezTo>
                    <a:pt x="367209" y="269404"/>
                    <a:pt x="285929" y="326554"/>
                    <a:pt x="218619" y="350684"/>
                  </a:cubicBezTo>
                  <a:cubicBezTo>
                    <a:pt x="169089" y="367194"/>
                    <a:pt x="118289" y="381164"/>
                    <a:pt x="83999" y="378624"/>
                  </a:cubicBezTo>
                  <a:cubicBezTo>
                    <a:pt x="62409" y="378624"/>
                    <a:pt x="44629" y="373544"/>
                    <a:pt x="30659" y="362114"/>
                  </a:cubicBezTo>
                  <a:cubicBezTo>
                    <a:pt x="16689" y="351954"/>
                    <a:pt x="3989" y="331634"/>
                    <a:pt x="1449" y="313854"/>
                  </a:cubicBezTo>
                  <a:cubicBezTo>
                    <a:pt x="-2361" y="297344"/>
                    <a:pt x="1449" y="274484"/>
                    <a:pt x="11609" y="259244"/>
                  </a:cubicBezTo>
                  <a:cubicBezTo>
                    <a:pt x="20499" y="244004"/>
                    <a:pt x="28119" y="233844"/>
                    <a:pt x="54789" y="223684"/>
                  </a:cubicBezTo>
                  <a:cubicBezTo>
                    <a:pt x="167819" y="185584"/>
                    <a:pt x="843459" y="247814"/>
                    <a:pt x="1030149" y="226224"/>
                  </a:cubicBezTo>
                  <a:cubicBezTo>
                    <a:pt x="1106349" y="217334"/>
                    <a:pt x="1141909" y="194474"/>
                    <a:pt x="1188899" y="188124"/>
                  </a:cubicBezTo>
                  <a:cubicBezTo>
                    <a:pt x="1224459" y="183044"/>
                    <a:pt x="1239699" y="184314"/>
                    <a:pt x="1285419" y="181774"/>
                  </a:cubicBezTo>
                  <a:cubicBezTo>
                    <a:pt x="1399719" y="179234"/>
                    <a:pt x="1680389" y="176694"/>
                    <a:pt x="1878509" y="183044"/>
                  </a:cubicBezTo>
                  <a:cubicBezTo>
                    <a:pt x="2080439" y="190664"/>
                    <a:pt x="2325549" y="219874"/>
                    <a:pt x="2488109" y="224954"/>
                  </a:cubicBezTo>
                  <a:cubicBezTo>
                    <a:pt x="2594789" y="227494"/>
                    <a:pt x="2669719" y="218604"/>
                    <a:pt x="2756079" y="222414"/>
                  </a:cubicBezTo>
                  <a:cubicBezTo>
                    <a:pt x="2837359" y="227494"/>
                    <a:pt x="2886889" y="241464"/>
                    <a:pt x="2992299" y="247814"/>
                  </a:cubicBezTo>
                  <a:cubicBezTo>
                    <a:pt x="3209469" y="261784"/>
                    <a:pt x="3562529" y="264324"/>
                    <a:pt x="3987979" y="266864"/>
                  </a:cubicBezTo>
                  <a:cubicBezTo>
                    <a:pt x="4746169" y="273214"/>
                    <a:pt x="6827699" y="294804"/>
                    <a:pt x="7154089" y="257974"/>
                  </a:cubicBezTo>
                  <a:cubicBezTo>
                    <a:pt x="7215049" y="251624"/>
                    <a:pt x="7232829" y="232574"/>
                    <a:pt x="7260769" y="235114"/>
                  </a:cubicBezTo>
                  <a:cubicBezTo>
                    <a:pt x="7281089" y="236384"/>
                    <a:pt x="7297599" y="242734"/>
                    <a:pt x="7310299" y="254164"/>
                  </a:cubicBezTo>
                  <a:cubicBezTo>
                    <a:pt x="7321729" y="264324"/>
                    <a:pt x="7331889" y="284644"/>
                    <a:pt x="7334429" y="301154"/>
                  </a:cubicBezTo>
                  <a:cubicBezTo>
                    <a:pt x="7335699" y="317664"/>
                    <a:pt x="7330619" y="337984"/>
                    <a:pt x="7320459" y="351954"/>
                  </a:cubicBezTo>
                  <a:cubicBezTo>
                    <a:pt x="7311569" y="365924"/>
                    <a:pt x="7295059" y="379894"/>
                    <a:pt x="7277279" y="381164"/>
                  </a:cubicBezTo>
                  <a:cubicBezTo>
                    <a:pt x="7254419" y="383704"/>
                    <a:pt x="7223939" y="351954"/>
                    <a:pt x="7194729" y="341794"/>
                  </a:cubicBezTo>
                  <a:cubicBezTo>
                    <a:pt x="7161709" y="330364"/>
                    <a:pt x="7136309" y="324014"/>
                    <a:pt x="7090589" y="316394"/>
                  </a:cubicBezTo>
                  <a:cubicBezTo>
                    <a:pt x="7004229" y="302424"/>
                    <a:pt x="6897549" y="290994"/>
                    <a:pt x="6712129" y="282104"/>
                  </a:cubicBezTo>
                  <a:cubicBezTo>
                    <a:pt x="6202859" y="260514"/>
                    <a:pt x="4248329" y="332904"/>
                    <a:pt x="3838119" y="293534"/>
                  </a:cubicBezTo>
                  <a:cubicBezTo>
                    <a:pt x="3726359" y="282104"/>
                    <a:pt x="3709849" y="263054"/>
                    <a:pt x="3624759" y="250354"/>
                  </a:cubicBezTo>
                  <a:cubicBezTo>
                    <a:pt x="3499029" y="231304"/>
                    <a:pt x="3312339" y="210984"/>
                    <a:pt x="3154859" y="202094"/>
                  </a:cubicBezTo>
                  <a:cubicBezTo>
                    <a:pt x="2994839" y="191934"/>
                    <a:pt x="2797989" y="202094"/>
                    <a:pt x="2669719" y="193204"/>
                  </a:cubicBezTo>
                  <a:cubicBezTo>
                    <a:pt x="2587169" y="188124"/>
                    <a:pt x="2540179" y="174154"/>
                    <a:pt x="2463979" y="169074"/>
                  </a:cubicBezTo>
                  <a:cubicBezTo>
                    <a:pt x="2368729" y="162724"/>
                    <a:pt x="2256969" y="162724"/>
                    <a:pt x="2143939" y="161454"/>
                  </a:cubicBezTo>
                  <a:cubicBezTo>
                    <a:pt x="2016939" y="160184"/>
                    <a:pt x="1851839" y="144944"/>
                    <a:pt x="1738809" y="163994"/>
                  </a:cubicBezTo>
                  <a:cubicBezTo>
                    <a:pt x="1652449" y="177964"/>
                    <a:pt x="1559739" y="208444"/>
                    <a:pt x="1516559" y="237654"/>
                  </a:cubicBezTo>
                  <a:cubicBezTo>
                    <a:pt x="1493699" y="254164"/>
                    <a:pt x="1491159" y="275754"/>
                    <a:pt x="1474649" y="288454"/>
                  </a:cubicBezTo>
                  <a:cubicBezTo>
                    <a:pt x="1461949" y="299884"/>
                    <a:pt x="1447979" y="310044"/>
                    <a:pt x="1431469" y="311314"/>
                  </a:cubicBezTo>
                  <a:cubicBezTo>
                    <a:pt x="1411149" y="312584"/>
                    <a:pt x="1376859" y="299884"/>
                    <a:pt x="1362889" y="287184"/>
                  </a:cubicBezTo>
                  <a:cubicBezTo>
                    <a:pt x="1350189" y="275754"/>
                    <a:pt x="1343839" y="256704"/>
                    <a:pt x="1342569" y="241464"/>
                  </a:cubicBezTo>
                  <a:cubicBezTo>
                    <a:pt x="1341299" y="226224"/>
                    <a:pt x="1345109" y="205904"/>
                    <a:pt x="1353999" y="193204"/>
                  </a:cubicBezTo>
                  <a:cubicBezTo>
                    <a:pt x="1361619" y="179234"/>
                    <a:pt x="1375589" y="166534"/>
                    <a:pt x="1392099" y="161454"/>
                  </a:cubicBezTo>
                  <a:cubicBezTo>
                    <a:pt x="1411149" y="156374"/>
                    <a:pt x="1446709" y="157644"/>
                    <a:pt x="1464489" y="170344"/>
                  </a:cubicBezTo>
                  <a:cubicBezTo>
                    <a:pt x="1482269" y="183044"/>
                    <a:pt x="1497509" y="214794"/>
                    <a:pt x="1497509" y="235114"/>
                  </a:cubicBezTo>
                  <a:cubicBezTo>
                    <a:pt x="1497509" y="256704"/>
                    <a:pt x="1478459" y="287184"/>
                    <a:pt x="1461949" y="299884"/>
                  </a:cubicBezTo>
                  <a:cubicBezTo>
                    <a:pt x="1449249" y="310044"/>
                    <a:pt x="1430199" y="313854"/>
                    <a:pt x="1413689" y="311314"/>
                  </a:cubicBezTo>
                  <a:cubicBezTo>
                    <a:pt x="1394639" y="308774"/>
                    <a:pt x="1362889" y="292264"/>
                    <a:pt x="1352729" y="273214"/>
                  </a:cubicBezTo>
                  <a:cubicBezTo>
                    <a:pt x="1341299" y="254164"/>
                    <a:pt x="1340029" y="224954"/>
                    <a:pt x="1350189" y="200824"/>
                  </a:cubicBezTo>
                  <a:cubicBezTo>
                    <a:pt x="1362889" y="166534"/>
                    <a:pt x="1412419" y="125894"/>
                    <a:pt x="1450519" y="100494"/>
                  </a:cubicBezTo>
                  <a:cubicBezTo>
                    <a:pt x="1487349" y="76364"/>
                    <a:pt x="1529259" y="63664"/>
                    <a:pt x="1573709" y="49694"/>
                  </a:cubicBezTo>
                  <a:cubicBezTo>
                    <a:pt x="1624509" y="34454"/>
                    <a:pt x="1663879" y="21754"/>
                    <a:pt x="1737539" y="12864"/>
                  </a:cubicBezTo>
                  <a:cubicBezTo>
                    <a:pt x="1893749" y="-4916"/>
                    <a:pt x="2297609" y="-2376"/>
                    <a:pt x="2465249" y="9054"/>
                  </a:cubicBezTo>
                  <a:cubicBezTo>
                    <a:pt x="2555419" y="15404"/>
                    <a:pt x="2589709" y="31914"/>
                    <a:pt x="2669719" y="38264"/>
                  </a:cubicBezTo>
                  <a:cubicBezTo>
                    <a:pt x="2784019" y="45884"/>
                    <a:pt x="2938959" y="31914"/>
                    <a:pt x="3086279" y="38264"/>
                  </a:cubicBezTo>
                  <a:cubicBezTo>
                    <a:pt x="3252649" y="47154"/>
                    <a:pt x="3481249" y="70014"/>
                    <a:pt x="3619679" y="89064"/>
                  </a:cubicBezTo>
                  <a:cubicBezTo>
                    <a:pt x="3709849" y="101764"/>
                    <a:pt x="3728899" y="122084"/>
                    <a:pt x="3839389" y="132244"/>
                  </a:cubicBezTo>
                  <a:cubicBezTo>
                    <a:pt x="4159429" y="162724"/>
                    <a:pt x="5163999" y="128434"/>
                    <a:pt x="5732959" y="133514"/>
                  </a:cubicBezTo>
                  <a:cubicBezTo>
                    <a:pt x="6199049" y="137324"/>
                    <a:pt x="6802299" y="138594"/>
                    <a:pt x="7005499" y="155104"/>
                  </a:cubicBezTo>
                  <a:cubicBezTo>
                    <a:pt x="7068999" y="160184"/>
                    <a:pt x="7091859" y="160184"/>
                    <a:pt x="7131229" y="172884"/>
                  </a:cubicBezTo>
                  <a:cubicBezTo>
                    <a:pt x="7171869" y="186854"/>
                    <a:pt x="7209969" y="223684"/>
                    <a:pt x="7242989" y="236384"/>
                  </a:cubicBezTo>
                  <a:cubicBezTo>
                    <a:pt x="7267119" y="246544"/>
                    <a:pt x="7295059" y="240194"/>
                    <a:pt x="7310299" y="254164"/>
                  </a:cubicBezTo>
                  <a:cubicBezTo>
                    <a:pt x="7325539" y="266864"/>
                    <a:pt x="7335699" y="298614"/>
                    <a:pt x="7334429" y="318934"/>
                  </a:cubicBezTo>
                  <a:cubicBezTo>
                    <a:pt x="7333159" y="335444"/>
                    <a:pt x="7320459" y="354494"/>
                    <a:pt x="7309029" y="365924"/>
                  </a:cubicBezTo>
                  <a:cubicBezTo>
                    <a:pt x="7300139" y="373544"/>
                    <a:pt x="7291249" y="377354"/>
                    <a:pt x="7277279" y="381164"/>
                  </a:cubicBezTo>
                  <a:cubicBezTo>
                    <a:pt x="7250609" y="391324"/>
                    <a:pt x="7195999" y="400214"/>
                    <a:pt x="7155359" y="404024"/>
                  </a:cubicBezTo>
                  <a:cubicBezTo>
                    <a:pt x="7115989" y="407834"/>
                    <a:pt x="7103289" y="405294"/>
                    <a:pt x="7038519" y="406564"/>
                  </a:cubicBezTo>
                  <a:cubicBezTo>
                    <a:pt x="6704509" y="407834"/>
                    <a:pt x="4705529" y="388784"/>
                    <a:pt x="3987979" y="395134"/>
                  </a:cubicBezTo>
                  <a:cubicBezTo>
                    <a:pt x="3596819" y="397674"/>
                    <a:pt x="3350439" y="419264"/>
                    <a:pt x="3079929" y="412914"/>
                  </a:cubicBezTo>
                  <a:cubicBezTo>
                    <a:pt x="2861489" y="409104"/>
                    <a:pt x="2606219" y="391324"/>
                    <a:pt x="2485569" y="377354"/>
                  </a:cubicBezTo>
                  <a:cubicBezTo>
                    <a:pt x="2430959" y="371004"/>
                    <a:pt x="2424609" y="363384"/>
                    <a:pt x="2368729" y="358304"/>
                  </a:cubicBezTo>
                  <a:cubicBezTo>
                    <a:pt x="2225219" y="344334"/>
                    <a:pt x="1825169" y="335444"/>
                    <a:pt x="1599109" y="335444"/>
                  </a:cubicBezTo>
                  <a:cubicBezTo>
                    <a:pt x="1422579" y="335444"/>
                    <a:pt x="1224459" y="334174"/>
                    <a:pt x="1126669" y="351954"/>
                  </a:cubicBezTo>
                  <a:cubicBezTo>
                    <a:pt x="1080949" y="359574"/>
                    <a:pt x="1078409" y="374814"/>
                    <a:pt x="1030149" y="382434"/>
                  </a:cubicBezTo>
                  <a:cubicBezTo>
                    <a:pt x="889179" y="404024"/>
                    <a:pt x="359589" y="388784"/>
                    <a:pt x="200839" y="384974"/>
                  </a:cubicBezTo>
                  <a:cubicBezTo>
                    <a:pt x="136069" y="383704"/>
                    <a:pt x="97969" y="387514"/>
                    <a:pt x="64949" y="378624"/>
                  </a:cubicBezTo>
                  <a:cubicBezTo>
                    <a:pt x="43359" y="372274"/>
                    <a:pt x="26849" y="364654"/>
                    <a:pt x="16689" y="349414"/>
                  </a:cubicBezTo>
                  <a:cubicBezTo>
                    <a:pt x="5259" y="331634"/>
                    <a:pt x="-3631" y="297344"/>
                    <a:pt x="2719" y="277024"/>
                  </a:cubicBezTo>
                  <a:cubicBezTo>
                    <a:pt x="9069" y="255434"/>
                    <a:pt x="31929" y="236384"/>
                    <a:pt x="54789" y="223684"/>
                  </a:cubicBezTo>
                  <a:cubicBezTo>
                    <a:pt x="86539" y="208444"/>
                    <a:pt x="133529" y="216064"/>
                    <a:pt x="179249" y="202094"/>
                  </a:cubicBezTo>
                  <a:cubicBezTo>
                    <a:pt x="244019" y="180504"/>
                    <a:pt x="322759" y="127164"/>
                    <a:pt x="404039" y="96684"/>
                  </a:cubicBezTo>
                  <a:cubicBezTo>
                    <a:pt x="495479" y="62394"/>
                    <a:pt x="644069" y="9054"/>
                    <a:pt x="702489" y="11594"/>
                  </a:cubicBezTo>
                  <a:cubicBezTo>
                    <a:pt x="726619" y="12864"/>
                    <a:pt x="740589" y="19214"/>
                    <a:pt x="753289" y="30644"/>
                  </a:cubicBezTo>
                  <a:cubicBezTo>
                    <a:pt x="765989" y="42074"/>
                    <a:pt x="777419" y="62394"/>
                    <a:pt x="778689" y="78904"/>
                  </a:cubicBezTo>
                  <a:cubicBezTo>
                    <a:pt x="781229" y="95414"/>
                    <a:pt x="776149" y="118274"/>
                    <a:pt x="765989" y="132244"/>
                  </a:cubicBezTo>
                  <a:cubicBezTo>
                    <a:pt x="757099" y="146214"/>
                    <a:pt x="721539" y="162724"/>
                    <a:pt x="721539" y="162724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09600" y="6470332"/>
            <a:ext cx="17179290" cy="892493"/>
            <a:chOff x="0" y="0"/>
            <a:chExt cx="22905720" cy="11899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358" y="42039"/>
              <a:ext cx="22808026" cy="1097412"/>
            </a:xfrm>
            <a:custGeom>
              <a:avLst/>
              <a:gdLst/>
              <a:ahLst/>
              <a:cxnLst/>
              <a:rect r="r" b="b" t="t" l="l"/>
              <a:pathLst>
                <a:path h="1097412" w="22808026">
                  <a:moveTo>
                    <a:pt x="6899082" y="302131"/>
                  </a:moveTo>
                  <a:cubicBezTo>
                    <a:pt x="5488112" y="317371"/>
                    <a:pt x="5378892" y="351661"/>
                    <a:pt x="5165532" y="364361"/>
                  </a:cubicBezTo>
                  <a:cubicBezTo>
                    <a:pt x="4856922" y="383411"/>
                    <a:pt x="4328602" y="361821"/>
                    <a:pt x="4025072" y="375791"/>
                  </a:cubicBezTo>
                  <a:cubicBezTo>
                    <a:pt x="3821872" y="385951"/>
                    <a:pt x="3626292" y="430401"/>
                    <a:pt x="3519612" y="420241"/>
                  </a:cubicBezTo>
                  <a:cubicBezTo>
                    <a:pt x="3468812" y="416431"/>
                    <a:pt x="3456112" y="398651"/>
                    <a:pt x="3409122" y="391031"/>
                  </a:cubicBezTo>
                  <a:cubicBezTo>
                    <a:pt x="3327842" y="375791"/>
                    <a:pt x="3165282" y="385951"/>
                    <a:pt x="3070032" y="364361"/>
                  </a:cubicBezTo>
                  <a:cubicBezTo>
                    <a:pt x="2997642" y="347851"/>
                    <a:pt x="2950652" y="308481"/>
                    <a:pt x="2884612" y="291971"/>
                  </a:cubicBezTo>
                  <a:cubicBezTo>
                    <a:pt x="2810952" y="272921"/>
                    <a:pt x="2743642" y="269111"/>
                    <a:pt x="2648392" y="264031"/>
                  </a:cubicBezTo>
                  <a:cubicBezTo>
                    <a:pt x="2503612" y="255141"/>
                    <a:pt x="2239452" y="257681"/>
                    <a:pt x="2098482" y="266571"/>
                  </a:cubicBezTo>
                  <a:cubicBezTo>
                    <a:pt x="2009582" y="271651"/>
                    <a:pt x="1958782" y="288161"/>
                    <a:pt x="1881312" y="291971"/>
                  </a:cubicBezTo>
                  <a:cubicBezTo>
                    <a:pt x="1793682" y="297051"/>
                    <a:pt x="1688272" y="291971"/>
                    <a:pt x="1598102" y="286891"/>
                  </a:cubicBezTo>
                  <a:cubicBezTo>
                    <a:pt x="1515552" y="281811"/>
                    <a:pt x="1446972" y="264031"/>
                    <a:pt x="1363152" y="260221"/>
                  </a:cubicBezTo>
                  <a:cubicBezTo>
                    <a:pt x="1266632" y="257681"/>
                    <a:pt x="1116772" y="286891"/>
                    <a:pt x="1054542" y="271651"/>
                  </a:cubicBezTo>
                  <a:cubicBezTo>
                    <a:pt x="1024062" y="262761"/>
                    <a:pt x="1002472" y="251331"/>
                    <a:pt x="991042" y="233551"/>
                  </a:cubicBezTo>
                  <a:cubicBezTo>
                    <a:pt x="979612" y="218311"/>
                    <a:pt x="977072" y="195451"/>
                    <a:pt x="979612" y="177671"/>
                  </a:cubicBezTo>
                  <a:cubicBezTo>
                    <a:pt x="982152" y="161161"/>
                    <a:pt x="993582" y="140841"/>
                    <a:pt x="1008822" y="129411"/>
                  </a:cubicBezTo>
                  <a:cubicBezTo>
                    <a:pt x="1026602" y="114171"/>
                    <a:pt x="1062162" y="101471"/>
                    <a:pt x="1086292" y="102741"/>
                  </a:cubicBezTo>
                  <a:cubicBezTo>
                    <a:pt x="1109152" y="105281"/>
                    <a:pt x="1139632" y="121791"/>
                    <a:pt x="1152332" y="138301"/>
                  </a:cubicBezTo>
                  <a:cubicBezTo>
                    <a:pt x="1163762" y="152271"/>
                    <a:pt x="1166302" y="176401"/>
                    <a:pt x="1166302" y="192911"/>
                  </a:cubicBezTo>
                  <a:cubicBezTo>
                    <a:pt x="1165032" y="206881"/>
                    <a:pt x="1163762" y="215771"/>
                    <a:pt x="1152332" y="228471"/>
                  </a:cubicBezTo>
                  <a:cubicBezTo>
                    <a:pt x="1118042" y="269111"/>
                    <a:pt x="935162" y="364361"/>
                    <a:pt x="862772" y="397381"/>
                  </a:cubicBezTo>
                  <a:cubicBezTo>
                    <a:pt x="823402" y="415161"/>
                    <a:pt x="809432" y="421511"/>
                    <a:pt x="766252" y="429131"/>
                  </a:cubicBezTo>
                  <a:cubicBezTo>
                    <a:pt x="688782" y="441831"/>
                    <a:pt x="493202" y="445641"/>
                    <a:pt x="428432" y="434211"/>
                  </a:cubicBezTo>
                  <a:cubicBezTo>
                    <a:pt x="401762" y="429131"/>
                    <a:pt x="386522" y="425321"/>
                    <a:pt x="372552" y="412621"/>
                  </a:cubicBezTo>
                  <a:cubicBezTo>
                    <a:pt x="358582" y="399921"/>
                    <a:pt x="345882" y="377061"/>
                    <a:pt x="344612" y="359281"/>
                  </a:cubicBezTo>
                  <a:cubicBezTo>
                    <a:pt x="342072" y="340231"/>
                    <a:pt x="348422" y="316101"/>
                    <a:pt x="358582" y="300861"/>
                  </a:cubicBezTo>
                  <a:cubicBezTo>
                    <a:pt x="368742" y="284351"/>
                    <a:pt x="383982" y="274191"/>
                    <a:pt x="408112" y="266571"/>
                  </a:cubicBezTo>
                  <a:cubicBezTo>
                    <a:pt x="458912" y="251331"/>
                    <a:pt x="578292" y="262761"/>
                    <a:pt x="658302" y="267841"/>
                  </a:cubicBezTo>
                  <a:cubicBezTo>
                    <a:pt x="735772" y="272921"/>
                    <a:pt x="789112" y="280541"/>
                    <a:pt x="880552" y="293241"/>
                  </a:cubicBezTo>
                  <a:cubicBezTo>
                    <a:pt x="1034222" y="314831"/>
                    <a:pt x="1309812" y="378331"/>
                    <a:pt x="1491422" y="393571"/>
                  </a:cubicBezTo>
                  <a:cubicBezTo>
                    <a:pt x="1638742" y="405001"/>
                    <a:pt x="1754312" y="407541"/>
                    <a:pt x="1891472" y="391031"/>
                  </a:cubicBezTo>
                  <a:cubicBezTo>
                    <a:pt x="2038792" y="371981"/>
                    <a:pt x="2207702" y="297051"/>
                    <a:pt x="2343592" y="278001"/>
                  </a:cubicBezTo>
                  <a:cubicBezTo>
                    <a:pt x="2452812" y="262761"/>
                    <a:pt x="2579812" y="253871"/>
                    <a:pt x="2643312" y="267841"/>
                  </a:cubicBezTo>
                  <a:cubicBezTo>
                    <a:pt x="2675062" y="274191"/>
                    <a:pt x="2696652" y="284351"/>
                    <a:pt x="2709352" y="302131"/>
                  </a:cubicBezTo>
                  <a:cubicBezTo>
                    <a:pt x="2722052" y="321181"/>
                    <a:pt x="2725862" y="356741"/>
                    <a:pt x="2719512" y="377061"/>
                  </a:cubicBezTo>
                  <a:cubicBezTo>
                    <a:pt x="2713162" y="394841"/>
                    <a:pt x="2700462" y="407541"/>
                    <a:pt x="2681412" y="420241"/>
                  </a:cubicBezTo>
                  <a:cubicBezTo>
                    <a:pt x="2647122" y="444371"/>
                    <a:pt x="2595052" y="463421"/>
                    <a:pt x="2518852" y="482471"/>
                  </a:cubicBezTo>
                  <a:cubicBezTo>
                    <a:pt x="2358832" y="523111"/>
                    <a:pt x="1947352" y="548511"/>
                    <a:pt x="1751772" y="584071"/>
                  </a:cubicBezTo>
                  <a:cubicBezTo>
                    <a:pt x="1628582" y="605661"/>
                    <a:pt x="1553652" y="619631"/>
                    <a:pt x="1454592" y="650111"/>
                  </a:cubicBezTo>
                  <a:cubicBezTo>
                    <a:pt x="1350452" y="681861"/>
                    <a:pt x="1250122" y="733931"/>
                    <a:pt x="1142172" y="770761"/>
                  </a:cubicBezTo>
                  <a:cubicBezTo>
                    <a:pt x="1030412" y="811401"/>
                    <a:pt x="923732" y="843151"/>
                    <a:pt x="794192" y="881251"/>
                  </a:cubicBezTo>
                  <a:cubicBezTo>
                    <a:pt x="632902" y="928241"/>
                    <a:pt x="380172" y="1000631"/>
                    <a:pt x="244282" y="1029841"/>
                  </a:cubicBezTo>
                  <a:cubicBezTo>
                    <a:pt x="165542" y="1046351"/>
                    <a:pt x="96962" y="1070481"/>
                    <a:pt x="56322" y="1060321"/>
                  </a:cubicBezTo>
                  <a:cubicBezTo>
                    <a:pt x="32192" y="1053971"/>
                    <a:pt x="15682" y="1036191"/>
                    <a:pt x="6792" y="1023491"/>
                  </a:cubicBezTo>
                  <a:cubicBezTo>
                    <a:pt x="442" y="1013331"/>
                    <a:pt x="-828" y="1003171"/>
                    <a:pt x="442" y="991741"/>
                  </a:cubicBezTo>
                  <a:cubicBezTo>
                    <a:pt x="1712" y="979041"/>
                    <a:pt x="2982" y="963801"/>
                    <a:pt x="18222" y="948561"/>
                  </a:cubicBezTo>
                  <a:cubicBezTo>
                    <a:pt x="61402" y="905381"/>
                    <a:pt x="220152" y="845691"/>
                    <a:pt x="368742" y="797431"/>
                  </a:cubicBezTo>
                  <a:cubicBezTo>
                    <a:pt x="603692" y="719961"/>
                    <a:pt x="1055812" y="625981"/>
                    <a:pt x="1312352" y="580261"/>
                  </a:cubicBezTo>
                  <a:cubicBezTo>
                    <a:pt x="1485072" y="549781"/>
                    <a:pt x="1593022" y="539621"/>
                    <a:pt x="1751772" y="524381"/>
                  </a:cubicBezTo>
                  <a:cubicBezTo>
                    <a:pt x="1939732" y="506601"/>
                    <a:pt x="2141662" y="496441"/>
                    <a:pt x="2367722" y="485011"/>
                  </a:cubicBezTo>
                  <a:cubicBezTo>
                    <a:pt x="2645852" y="472311"/>
                    <a:pt x="3189412" y="439291"/>
                    <a:pt x="3297362" y="454531"/>
                  </a:cubicBezTo>
                  <a:cubicBezTo>
                    <a:pt x="3320222" y="458341"/>
                    <a:pt x="3327842" y="460881"/>
                    <a:pt x="3338002" y="468501"/>
                  </a:cubicBezTo>
                  <a:cubicBezTo>
                    <a:pt x="3348162" y="477391"/>
                    <a:pt x="3358322" y="493901"/>
                    <a:pt x="3359592" y="506601"/>
                  </a:cubicBezTo>
                  <a:cubicBezTo>
                    <a:pt x="3362132" y="520571"/>
                    <a:pt x="3358322" y="538351"/>
                    <a:pt x="3350702" y="549781"/>
                  </a:cubicBezTo>
                  <a:cubicBezTo>
                    <a:pt x="3343082" y="561211"/>
                    <a:pt x="3332922" y="568831"/>
                    <a:pt x="3315142" y="575181"/>
                  </a:cubicBezTo>
                  <a:cubicBezTo>
                    <a:pt x="3275772" y="589151"/>
                    <a:pt x="3176712" y="586611"/>
                    <a:pt x="3104322" y="584071"/>
                  </a:cubicBezTo>
                  <a:cubicBezTo>
                    <a:pt x="3024312" y="580261"/>
                    <a:pt x="2943032" y="558671"/>
                    <a:pt x="2854132" y="552321"/>
                  </a:cubicBezTo>
                  <a:cubicBezTo>
                    <a:pt x="2752532" y="543431"/>
                    <a:pt x="2616642" y="523111"/>
                    <a:pt x="2525202" y="543431"/>
                  </a:cubicBezTo>
                  <a:cubicBezTo>
                    <a:pt x="2452812" y="559941"/>
                    <a:pt x="2402012" y="610741"/>
                    <a:pt x="2341052" y="634871"/>
                  </a:cubicBezTo>
                  <a:cubicBezTo>
                    <a:pt x="2283902" y="656461"/>
                    <a:pt x="2219132" y="674241"/>
                    <a:pt x="2170872" y="683131"/>
                  </a:cubicBezTo>
                  <a:cubicBezTo>
                    <a:pt x="2135312" y="689481"/>
                    <a:pt x="2111182" y="690751"/>
                    <a:pt x="2078162" y="690751"/>
                  </a:cubicBezTo>
                  <a:cubicBezTo>
                    <a:pt x="2041332" y="690751"/>
                    <a:pt x="1996882" y="692021"/>
                    <a:pt x="1958782" y="683131"/>
                  </a:cubicBezTo>
                  <a:cubicBezTo>
                    <a:pt x="1920682" y="674241"/>
                    <a:pt x="1899092" y="648841"/>
                    <a:pt x="1850832" y="636141"/>
                  </a:cubicBezTo>
                  <a:cubicBezTo>
                    <a:pt x="1764472" y="613281"/>
                    <a:pt x="1565082" y="619631"/>
                    <a:pt x="1476182" y="600581"/>
                  </a:cubicBezTo>
                  <a:cubicBezTo>
                    <a:pt x="1425382" y="590421"/>
                    <a:pt x="1397442" y="565021"/>
                    <a:pt x="1360612" y="562481"/>
                  </a:cubicBezTo>
                  <a:cubicBezTo>
                    <a:pt x="1326322" y="559941"/>
                    <a:pt x="1297112" y="582801"/>
                    <a:pt x="1262822" y="580261"/>
                  </a:cubicBezTo>
                  <a:cubicBezTo>
                    <a:pt x="1224722" y="577721"/>
                    <a:pt x="1177732" y="562481"/>
                    <a:pt x="1144712" y="542161"/>
                  </a:cubicBezTo>
                  <a:cubicBezTo>
                    <a:pt x="1115502" y="524381"/>
                    <a:pt x="1086292" y="497711"/>
                    <a:pt x="1072322" y="469771"/>
                  </a:cubicBezTo>
                  <a:cubicBezTo>
                    <a:pt x="1059622" y="444371"/>
                    <a:pt x="1076132" y="406271"/>
                    <a:pt x="1058352" y="383411"/>
                  </a:cubicBezTo>
                  <a:cubicBezTo>
                    <a:pt x="1035492" y="351661"/>
                    <a:pt x="942782" y="332611"/>
                    <a:pt x="922462" y="314831"/>
                  </a:cubicBezTo>
                  <a:cubicBezTo>
                    <a:pt x="916112" y="308481"/>
                    <a:pt x="914842" y="304671"/>
                    <a:pt x="912302" y="297051"/>
                  </a:cubicBezTo>
                  <a:cubicBezTo>
                    <a:pt x="908492" y="285621"/>
                    <a:pt x="904682" y="269111"/>
                    <a:pt x="904682" y="255141"/>
                  </a:cubicBezTo>
                  <a:cubicBezTo>
                    <a:pt x="905952" y="241171"/>
                    <a:pt x="909762" y="227201"/>
                    <a:pt x="918652" y="214501"/>
                  </a:cubicBezTo>
                  <a:cubicBezTo>
                    <a:pt x="928812" y="200531"/>
                    <a:pt x="950402" y="182751"/>
                    <a:pt x="968182" y="177671"/>
                  </a:cubicBezTo>
                  <a:cubicBezTo>
                    <a:pt x="982152" y="172591"/>
                    <a:pt x="996122" y="171321"/>
                    <a:pt x="1010092" y="175131"/>
                  </a:cubicBezTo>
                  <a:cubicBezTo>
                    <a:pt x="1026602" y="180211"/>
                    <a:pt x="1064702" y="205611"/>
                    <a:pt x="1062162" y="208151"/>
                  </a:cubicBezTo>
                  <a:cubicBezTo>
                    <a:pt x="1060892" y="211961"/>
                    <a:pt x="961832" y="185291"/>
                    <a:pt x="961832" y="178941"/>
                  </a:cubicBezTo>
                  <a:cubicBezTo>
                    <a:pt x="963102" y="172591"/>
                    <a:pt x="1027872" y="164971"/>
                    <a:pt x="1073592" y="170051"/>
                  </a:cubicBezTo>
                  <a:cubicBezTo>
                    <a:pt x="1151062" y="176401"/>
                    <a:pt x="1278062" y="238631"/>
                    <a:pt x="1382202" y="253871"/>
                  </a:cubicBezTo>
                  <a:cubicBezTo>
                    <a:pt x="1485072" y="269111"/>
                    <a:pt x="1593022" y="271651"/>
                    <a:pt x="1695892" y="262761"/>
                  </a:cubicBezTo>
                  <a:cubicBezTo>
                    <a:pt x="1794952" y="253871"/>
                    <a:pt x="1895282" y="229741"/>
                    <a:pt x="1989262" y="201801"/>
                  </a:cubicBezTo>
                  <a:cubicBezTo>
                    <a:pt x="2078162" y="175131"/>
                    <a:pt x="2174682" y="114171"/>
                    <a:pt x="2247072" y="100201"/>
                  </a:cubicBezTo>
                  <a:cubicBezTo>
                    <a:pt x="2296602" y="91311"/>
                    <a:pt x="2339782" y="84961"/>
                    <a:pt x="2376612" y="101471"/>
                  </a:cubicBezTo>
                  <a:cubicBezTo>
                    <a:pt x="2413442" y="117981"/>
                    <a:pt x="2442652" y="161161"/>
                    <a:pt x="2465512" y="197991"/>
                  </a:cubicBezTo>
                  <a:cubicBezTo>
                    <a:pt x="2488372" y="234821"/>
                    <a:pt x="2499802" y="280541"/>
                    <a:pt x="2511232" y="323721"/>
                  </a:cubicBezTo>
                  <a:cubicBezTo>
                    <a:pt x="2523932" y="366901"/>
                    <a:pt x="2515042" y="427861"/>
                    <a:pt x="2537902" y="454531"/>
                  </a:cubicBezTo>
                  <a:cubicBezTo>
                    <a:pt x="2558222" y="476121"/>
                    <a:pt x="2606482" y="495171"/>
                    <a:pt x="2630612" y="482471"/>
                  </a:cubicBezTo>
                  <a:cubicBezTo>
                    <a:pt x="2667442" y="463421"/>
                    <a:pt x="2668712" y="311021"/>
                    <a:pt x="2699192" y="276731"/>
                  </a:cubicBezTo>
                  <a:cubicBezTo>
                    <a:pt x="2714432" y="258951"/>
                    <a:pt x="2736022" y="252601"/>
                    <a:pt x="2752532" y="250061"/>
                  </a:cubicBezTo>
                  <a:cubicBezTo>
                    <a:pt x="2766502" y="248791"/>
                    <a:pt x="2780472" y="251331"/>
                    <a:pt x="2793172" y="256411"/>
                  </a:cubicBezTo>
                  <a:cubicBezTo>
                    <a:pt x="2804602" y="261491"/>
                    <a:pt x="2817302" y="270381"/>
                    <a:pt x="2826192" y="280541"/>
                  </a:cubicBezTo>
                  <a:cubicBezTo>
                    <a:pt x="2833812" y="290701"/>
                    <a:pt x="2840162" y="303401"/>
                    <a:pt x="2843972" y="317371"/>
                  </a:cubicBezTo>
                  <a:cubicBezTo>
                    <a:pt x="2846512" y="330071"/>
                    <a:pt x="2847782" y="342771"/>
                    <a:pt x="2842702" y="356741"/>
                  </a:cubicBezTo>
                  <a:cubicBezTo>
                    <a:pt x="2832542" y="379601"/>
                    <a:pt x="2800792" y="410081"/>
                    <a:pt x="2772852" y="432941"/>
                  </a:cubicBezTo>
                  <a:cubicBezTo>
                    <a:pt x="2741102" y="459611"/>
                    <a:pt x="2697922" y="487551"/>
                    <a:pt x="2657282" y="502791"/>
                  </a:cubicBezTo>
                  <a:cubicBezTo>
                    <a:pt x="2619182" y="518031"/>
                    <a:pt x="2586162" y="521841"/>
                    <a:pt x="2535362" y="526921"/>
                  </a:cubicBezTo>
                  <a:cubicBezTo>
                    <a:pt x="2452812" y="534541"/>
                    <a:pt x="2278822" y="548511"/>
                    <a:pt x="2203892" y="528191"/>
                  </a:cubicBezTo>
                  <a:cubicBezTo>
                    <a:pt x="2160712" y="515491"/>
                    <a:pt x="2131502" y="496441"/>
                    <a:pt x="2109912" y="469771"/>
                  </a:cubicBezTo>
                  <a:cubicBezTo>
                    <a:pt x="2089592" y="445641"/>
                    <a:pt x="2099752" y="396111"/>
                    <a:pt x="2074352" y="379601"/>
                  </a:cubicBezTo>
                  <a:cubicBezTo>
                    <a:pt x="2037522" y="355471"/>
                    <a:pt x="1923222" y="389761"/>
                    <a:pt x="1883852" y="384681"/>
                  </a:cubicBezTo>
                  <a:cubicBezTo>
                    <a:pt x="1864802" y="382141"/>
                    <a:pt x="1855912" y="380871"/>
                    <a:pt x="1844482" y="374521"/>
                  </a:cubicBezTo>
                  <a:cubicBezTo>
                    <a:pt x="1833052" y="368171"/>
                    <a:pt x="1821622" y="358011"/>
                    <a:pt x="1815272" y="346581"/>
                  </a:cubicBezTo>
                  <a:cubicBezTo>
                    <a:pt x="1807652" y="336421"/>
                    <a:pt x="1801302" y="322451"/>
                    <a:pt x="1801302" y="308481"/>
                  </a:cubicBezTo>
                  <a:cubicBezTo>
                    <a:pt x="1801302" y="291971"/>
                    <a:pt x="1806382" y="266571"/>
                    <a:pt x="1816542" y="251331"/>
                  </a:cubicBezTo>
                  <a:cubicBezTo>
                    <a:pt x="1827972" y="236091"/>
                    <a:pt x="1844482" y="225931"/>
                    <a:pt x="1867342" y="218311"/>
                  </a:cubicBezTo>
                  <a:cubicBezTo>
                    <a:pt x="1899092" y="205611"/>
                    <a:pt x="1942272" y="203071"/>
                    <a:pt x="1995612" y="199261"/>
                  </a:cubicBezTo>
                  <a:cubicBezTo>
                    <a:pt x="2080702" y="191641"/>
                    <a:pt x="2250882" y="186561"/>
                    <a:pt x="2335972" y="192911"/>
                  </a:cubicBezTo>
                  <a:cubicBezTo>
                    <a:pt x="2389312" y="197991"/>
                    <a:pt x="2428682" y="199261"/>
                    <a:pt x="2461702" y="214501"/>
                  </a:cubicBezTo>
                  <a:cubicBezTo>
                    <a:pt x="2488372" y="227201"/>
                    <a:pt x="2490912" y="255141"/>
                    <a:pt x="2525202" y="266571"/>
                  </a:cubicBezTo>
                  <a:cubicBezTo>
                    <a:pt x="2606482" y="295781"/>
                    <a:pt x="2874452" y="257681"/>
                    <a:pt x="2988752" y="264031"/>
                  </a:cubicBezTo>
                  <a:cubicBezTo>
                    <a:pt x="3056062" y="267841"/>
                    <a:pt x="3073842" y="266571"/>
                    <a:pt x="3148772" y="283081"/>
                  </a:cubicBezTo>
                  <a:cubicBezTo>
                    <a:pt x="3344352" y="327531"/>
                    <a:pt x="3924742" y="525651"/>
                    <a:pt x="4188902" y="633601"/>
                  </a:cubicBezTo>
                  <a:cubicBezTo>
                    <a:pt x="4357812" y="703451"/>
                    <a:pt x="4545772" y="786001"/>
                    <a:pt x="4595302" y="831721"/>
                  </a:cubicBezTo>
                  <a:cubicBezTo>
                    <a:pt x="4610542" y="845691"/>
                    <a:pt x="4614352" y="855851"/>
                    <a:pt x="4618162" y="868551"/>
                  </a:cubicBezTo>
                  <a:cubicBezTo>
                    <a:pt x="4619432" y="877441"/>
                    <a:pt x="4620702" y="887601"/>
                    <a:pt x="4615622" y="896491"/>
                  </a:cubicBezTo>
                  <a:cubicBezTo>
                    <a:pt x="4609272" y="910461"/>
                    <a:pt x="4591492" y="930781"/>
                    <a:pt x="4576252" y="935861"/>
                  </a:cubicBezTo>
                  <a:cubicBezTo>
                    <a:pt x="4563552" y="940941"/>
                    <a:pt x="4544502" y="925701"/>
                    <a:pt x="4533072" y="933321"/>
                  </a:cubicBezTo>
                  <a:cubicBezTo>
                    <a:pt x="4514022" y="948561"/>
                    <a:pt x="4529262" y="1032381"/>
                    <a:pt x="4503862" y="1059051"/>
                  </a:cubicBezTo>
                  <a:cubicBezTo>
                    <a:pt x="4481002" y="1085721"/>
                    <a:pt x="4421312" y="1097151"/>
                    <a:pt x="4392102" y="1097151"/>
                  </a:cubicBezTo>
                  <a:cubicBezTo>
                    <a:pt x="4373052" y="1097151"/>
                    <a:pt x="4357812" y="1089531"/>
                    <a:pt x="4346382" y="1081911"/>
                  </a:cubicBezTo>
                  <a:cubicBezTo>
                    <a:pt x="4337492" y="1074291"/>
                    <a:pt x="4329872" y="1066671"/>
                    <a:pt x="4327332" y="1055241"/>
                  </a:cubicBezTo>
                  <a:cubicBezTo>
                    <a:pt x="4322252" y="1040001"/>
                    <a:pt x="4323522" y="1013331"/>
                    <a:pt x="4332412" y="993011"/>
                  </a:cubicBezTo>
                  <a:cubicBezTo>
                    <a:pt x="4346382" y="963801"/>
                    <a:pt x="4381942" y="937131"/>
                    <a:pt x="4421312" y="905381"/>
                  </a:cubicBezTo>
                  <a:cubicBezTo>
                    <a:pt x="4483542" y="853311"/>
                    <a:pt x="4599112" y="773301"/>
                    <a:pt x="4686742" y="728851"/>
                  </a:cubicBezTo>
                  <a:cubicBezTo>
                    <a:pt x="4764212" y="688211"/>
                    <a:pt x="4822632" y="672971"/>
                    <a:pt x="4916612" y="641221"/>
                  </a:cubicBezTo>
                  <a:cubicBezTo>
                    <a:pt x="5060122" y="594231"/>
                    <a:pt x="5289992" y="529461"/>
                    <a:pt x="5472872" y="485011"/>
                  </a:cubicBezTo>
                  <a:cubicBezTo>
                    <a:pt x="5649402" y="440561"/>
                    <a:pt x="5808152" y="410081"/>
                    <a:pt x="5996112" y="373251"/>
                  </a:cubicBezTo>
                  <a:cubicBezTo>
                    <a:pt x="6213282" y="330071"/>
                    <a:pt x="6487602" y="279271"/>
                    <a:pt x="6702232" y="244981"/>
                  </a:cubicBezTo>
                  <a:cubicBezTo>
                    <a:pt x="6881302" y="217041"/>
                    <a:pt x="6989252" y="199261"/>
                    <a:pt x="7196262" y="175131"/>
                  </a:cubicBezTo>
                  <a:cubicBezTo>
                    <a:pt x="7540432" y="135761"/>
                    <a:pt x="8233852" y="72261"/>
                    <a:pt x="8579292" y="48131"/>
                  </a:cubicBezTo>
                  <a:cubicBezTo>
                    <a:pt x="8785032" y="32891"/>
                    <a:pt x="8868852" y="30351"/>
                    <a:pt x="9072052" y="24001"/>
                  </a:cubicBezTo>
                  <a:cubicBezTo>
                    <a:pt x="9397172" y="13841"/>
                    <a:pt x="9968672" y="-14099"/>
                    <a:pt x="10343322" y="8761"/>
                  </a:cubicBezTo>
                  <a:cubicBezTo>
                    <a:pt x="10641772" y="27811"/>
                    <a:pt x="10941492" y="83691"/>
                    <a:pt x="11143422" y="119251"/>
                  </a:cubicBezTo>
                  <a:cubicBezTo>
                    <a:pt x="11267882" y="142111"/>
                    <a:pt x="11352972" y="172591"/>
                    <a:pt x="11441872" y="184021"/>
                  </a:cubicBezTo>
                  <a:cubicBezTo>
                    <a:pt x="11510452" y="192911"/>
                    <a:pt x="11561252" y="185291"/>
                    <a:pt x="11628562" y="191641"/>
                  </a:cubicBezTo>
                  <a:cubicBezTo>
                    <a:pt x="11706032" y="200531"/>
                    <a:pt x="11802552" y="219581"/>
                    <a:pt x="11878752" y="236091"/>
                  </a:cubicBezTo>
                  <a:cubicBezTo>
                    <a:pt x="11942252" y="250061"/>
                    <a:pt x="11981622" y="269111"/>
                    <a:pt x="12054012" y="284351"/>
                  </a:cubicBezTo>
                  <a:cubicBezTo>
                    <a:pt x="12169582" y="307211"/>
                    <a:pt x="12436282" y="300861"/>
                    <a:pt x="12504862" y="345311"/>
                  </a:cubicBezTo>
                  <a:cubicBezTo>
                    <a:pt x="12534072" y="364361"/>
                    <a:pt x="12525182" y="410081"/>
                    <a:pt x="12548042" y="415161"/>
                  </a:cubicBezTo>
                  <a:cubicBezTo>
                    <a:pt x="12582332" y="424051"/>
                    <a:pt x="12650912" y="346581"/>
                    <a:pt x="12711872" y="317371"/>
                  </a:cubicBezTo>
                  <a:cubicBezTo>
                    <a:pt x="12779182" y="284351"/>
                    <a:pt x="12852842" y="250061"/>
                    <a:pt x="12937932" y="233551"/>
                  </a:cubicBezTo>
                  <a:cubicBezTo>
                    <a:pt x="13036992" y="211961"/>
                    <a:pt x="13142403" y="218311"/>
                    <a:pt x="13273212" y="217041"/>
                  </a:cubicBezTo>
                  <a:cubicBezTo>
                    <a:pt x="13452281" y="214501"/>
                    <a:pt x="13740572" y="256411"/>
                    <a:pt x="13914562" y="231011"/>
                  </a:cubicBezTo>
                  <a:cubicBezTo>
                    <a:pt x="14039022" y="211961"/>
                    <a:pt x="14140622" y="161161"/>
                    <a:pt x="14226981" y="129411"/>
                  </a:cubicBezTo>
                  <a:cubicBezTo>
                    <a:pt x="14290481" y="105281"/>
                    <a:pt x="14355253" y="60831"/>
                    <a:pt x="14388272" y="59561"/>
                  </a:cubicBezTo>
                  <a:cubicBezTo>
                    <a:pt x="14402242" y="58291"/>
                    <a:pt x="14409862" y="63371"/>
                    <a:pt x="14418753" y="69721"/>
                  </a:cubicBezTo>
                  <a:cubicBezTo>
                    <a:pt x="14428912" y="78611"/>
                    <a:pt x="14442881" y="93851"/>
                    <a:pt x="14446692" y="107821"/>
                  </a:cubicBezTo>
                  <a:cubicBezTo>
                    <a:pt x="14450503" y="123061"/>
                    <a:pt x="14447962" y="142111"/>
                    <a:pt x="14441612" y="156081"/>
                  </a:cubicBezTo>
                  <a:cubicBezTo>
                    <a:pt x="14435262" y="168781"/>
                    <a:pt x="14428912" y="178941"/>
                    <a:pt x="14407322" y="187831"/>
                  </a:cubicBezTo>
                  <a:cubicBezTo>
                    <a:pt x="14318422" y="225931"/>
                    <a:pt x="13815503" y="205611"/>
                    <a:pt x="13638972" y="234821"/>
                  </a:cubicBezTo>
                  <a:cubicBezTo>
                    <a:pt x="13542453" y="250061"/>
                    <a:pt x="13491653" y="250061"/>
                    <a:pt x="13420531" y="291971"/>
                  </a:cubicBezTo>
                  <a:cubicBezTo>
                    <a:pt x="13326553" y="347851"/>
                    <a:pt x="13209712" y="523111"/>
                    <a:pt x="13147481" y="580261"/>
                  </a:cubicBezTo>
                  <a:cubicBezTo>
                    <a:pt x="13118272" y="605661"/>
                    <a:pt x="13104303" y="618361"/>
                    <a:pt x="13078903" y="633601"/>
                  </a:cubicBezTo>
                  <a:cubicBezTo>
                    <a:pt x="13052231" y="648841"/>
                    <a:pt x="13023022" y="665351"/>
                    <a:pt x="12990003" y="667891"/>
                  </a:cubicBezTo>
                  <a:cubicBezTo>
                    <a:pt x="12949362" y="670431"/>
                    <a:pt x="12883322" y="661541"/>
                    <a:pt x="12852842" y="636141"/>
                  </a:cubicBezTo>
                  <a:cubicBezTo>
                    <a:pt x="12824902" y="613281"/>
                    <a:pt x="12816012" y="565021"/>
                    <a:pt x="12808392" y="532001"/>
                  </a:cubicBezTo>
                  <a:cubicBezTo>
                    <a:pt x="12802042" y="504061"/>
                    <a:pt x="12803312" y="478661"/>
                    <a:pt x="12804582" y="449451"/>
                  </a:cubicBezTo>
                  <a:cubicBezTo>
                    <a:pt x="12807122" y="413891"/>
                    <a:pt x="12831252" y="335151"/>
                    <a:pt x="12823632" y="332611"/>
                  </a:cubicBezTo>
                  <a:cubicBezTo>
                    <a:pt x="12818552" y="330071"/>
                    <a:pt x="12800772" y="380871"/>
                    <a:pt x="12784262" y="385951"/>
                  </a:cubicBezTo>
                  <a:cubicBezTo>
                    <a:pt x="12769022" y="389761"/>
                    <a:pt x="12741082" y="373251"/>
                    <a:pt x="12728382" y="361821"/>
                  </a:cubicBezTo>
                  <a:cubicBezTo>
                    <a:pt x="12716952" y="352931"/>
                    <a:pt x="12710602" y="340231"/>
                    <a:pt x="12706792" y="328801"/>
                  </a:cubicBezTo>
                  <a:cubicBezTo>
                    <a:pt x="12701712" y="316101"/>
                    <a:pt x="12700442" y="300861"/>
                    <a:pt x="12702982" y="288161"/>
                  </a:cubicBezTo>
                  <a:cubicBezTo>
                    <a:pt x="12704252" y="274191"/>
                    <a:pt x="12710602" y="260221"/>
                    <a:pt x="12718222" y="250061"/>
                  </a:cubicBezTo>
                  <a:cubicBezTo>
                    <a:pt x="12725842" y="239901"/>
                    <a:pt x="12737272" y="229741"/>
                    <a:pt x="12749972" y="223391"/>
                  </a:cubicBezTo>
                  <a:cubicBezTo>
                    <a:pt x="12761402" y="218311"/>
                    <a:pt x="12770292" y="217041"/>
                    <a:pt x="12789342" y="215771"/>
                  </a:cubicBezTo>
                  <a:cubicBezTo>
                    <a:pt x="12838872" y="209421"/>
                    <a:pt x="12959522" y="206881"/>
                    <a:pt x="13062392" y="214501"/>
                  </a:cubicBezTo>
                  <a:cubicBezTo>
                    <a:pt x="13199553" y="225931"/>
                    <a:pt x="13429422" y="293241"/>
                    <a:pt x="13538642" y="293241"/>
                  </a:cubicBezTo>
                  <a:cubicBezTo>
                    <a:pt x="13595792" y="293241"/>
                    <a:pt x="13609762" y="276731"/>
                    <a:pt x="13669453" y="271651"/>
                  </a:cubicBezTo>
                  <a:cubicBezTo>
                    <a:pt x="13800262" y="261491"/>
                    <a:pt x="14146972" y="284351"/>
                    <a:pt x="14293022" y="266571"/>
                  </a:cubicBezTo>
                  <a:cubicBezTo>
                    <a:pt x="14371762" y="257681"/>
                    <a:pt x="14421292" y="232281"/>
                    <a:pt x="14475903" y="224661"/>
                  </a:cubicBezTo>
                  <a:cubicBezTo>
                    <a:pt x="14517812" y="218311"/>
                    <a:pt x="14539403" y="218311"/>
                    <a:pt x="14590203" y="217041"/>
                  </a:cubicBezTo>
                  <a:cubicBezTo>
                    <a:pt x="14693072" y="214501"/>
                    <a:pt x="14958503" y="209421"/>
                    <a:pt x="15055022" y="220851"/>
                  </a:cubicBezTo>
                  <a:cubicBezTo>
                    <a:pt x="15100742" y="227201"/>
                    <a:pt x="15105822" y="238631"/>
                    <a:pt x="15152812" y="243711"/>
                  </a:cubicBezTo>
                  <a:cubicBezTo>
                    <a:pt x="15267112" y="258951"/>
                    <a:pt x="15563022" y="262761"/>
                    <a:pt x="15750981" y="258951"/>
                  </a:cubicBezTo>
                  <a:cubicBezTo>
                    <a:pt x="15917353" y="255141"/>
                    <a:pt x="16025303" y="233551"/>
                    <a:pt x="16222153" y="227201"/>
                  </a:cubicBezTo>
                  <a:cubicBezTo>
                    <a:pt x="16549812" y="214501"/>
                    <a:pt x="17348642" y="250061"/>
                    <a:pt x="17532792" y="223391"/>
                  </a:cubicBezTo>
                  <a:cubicBezTo>
                    <a:pt x="17583592" y="215771"/>
                    <a:pt x="17593753" y="201801"/>
                    <a:pt x="17629312" y="195451"/>
                  </a:cubicBezTo>
                  <a:cubicBezTo>
                    <a:pt x="17668681" y="186561"/>
                    <a:pt x="17700431" y="184021"/>
                    <a:pt x="17762662" y="181481"/>
                  </a:cubicBezTo>
                  <a:cubicBezTo>
                    <a:pt x="17902362" y="175131"/>
                    <a:pt x="18266853" y="167511"/>
                    <a:pt x="18452272" y="184021"/>
                  </a:cubicBezTo>
                  <a:cubicBezTo>
                    <a:pt x="18578003" y="194181"/>
                    <a:pt x="18661822" y="208151"/>
                    <a:pt x="18769772" y="237361"/>
                  </a:cubicBezTo>
                  <a:cubicBezTo>
                    <a:pt x="18887881" y="269111"/>
                    <a:pt x="19036472" y="351661"/>
                    <a:pt x="19134262" y="375791"/>
                  </a:cubicBezTo>
                  <a:cubicBezTo>
                    <a:pt x="19197762" y="392301"/>
                    <a:pt x="19259992" y="382141"/>
                    <a:pt x="19293012" y="397381"/>
                  </a:cubicBezTo>
                  <a:cubicBezTo>
                    <a:pt x="19313331" y="407541"/>
                    <a:pt x="19326031" y="420241"/>
                    <a:pt x="19333653" y="434211"/>
                  </a:cubicBezTo>
                  <a:cubicBezTo>
                    <a:pt x="19340003" y="445641"/>
                    <a:pt x="19342542" y="457071"/>
                    <a:pt x="19341272" y="469771"/>
                  </a:cubicBezTo>
                  <a:cubicBezTo>
                    <a:pt x="19340003" y="485011"/>
                    <a:pt x="19332381" y="507871"/>
                    <a:pt x="19320953" y="519301"/>
                  </a:cubicBezTo>
                  <a:cubicBezTo>
                    <a:pt x="19309522" y="532001"/>
                    <a:pt x="19285392" y="540891"/>
                    <a:pt x="19272692" y="544701"/>
                  </a:cubicBezTo>
                  <a:cubicBezTo>
                    <a:pt x="19266342" y="545971"/>
                    <a:pt x="19262531" y="547241"/>
                    <a:pt x="19254912" y="543431"/>
                  </a:cubicBezTo>
                  <a:cubicBezTo>
                    <a:pt x="19235862" y="535811"/>
                    <a:pt x="19200303" y="477391"/>
                    <a:pt x="19168553" y="454531"/>
                  </a:cubicBezTo>
                  <a:cubicBezTo>
                    <a:pt x="19139342" y="434211"/>
                    <a:pt x="19113942" y="421511"/>
                    <a:pt x="19072031" y="411351"/>
                  </a:cubicBezTo>
                  <a:cubicBezTo>
                    <a:pt x="19000912" y="396111"/>
                    <a:pt x="18852322" y="417701"/>
                    <a:pt x="18776122" y="407541"/>
                  </a:cubicBezTo>
                  <a:cubicBezTo>
                    <a:pt x="18726592" y="401191"/>
                    <a:pt x="18679603" y="403731"/>
                    <a:pt x="18655472" y="377061"/>
                  </a:cubicBezTo>
                  <a:cubicBezTo>
                    <a:pt x="18627531" y="349121"/>
                    <a:pt x="18616103" y="266571"/>
                    <a:pt x="18628803" y="233551"/>
                  </a:cubicBezTo>
                  <a:cubicBezTo>
                    <a:pt x="18638962" y="206881"/>
                    <a:pt x="18671981" y="194181"/>
                    <a:pt x="18697381" y="180211"/>
                  </a:cubicBezTo>
                  <a:cubicBezTo>
                    <a:pt x="18721512" y="166241"/>
                    <a:pt x="18739292" y="157351"/>
                    <a:pt x="18777392" y="149731"/>
                  </a:cubicBezTo>
                  <a:cubicBezTo>
                    <a:pt x="18862481" y="133221"/>
                    <a:pt x="19086003" y="123061"/>
                    <a:pt x="19205381" y="148461"/>
                  </a:cubicBezTo>
                  <a:cubicBezTo>
                    <a:pt x="19298092" y="167511"/>
                    <a:pt x="19346353" y="232281"/>
                    <a:pt x="19442872" y="255141"/>
                  </a:cubicBezTo>
                  <a:cubicBezTo>
                    <a:pt x="19580031" y="288161"/>
                    <a:pt x="19820062" y="279271"/>
                    <a:pt x="19958492" y="278001"/>
                  </a:cubicBezTo>
                  <a:cubicBezTo>
                    <a:pt x="20052472" y="276731"/>
                    <a:pt x="20119781" y="276731"/>
                    <a:pt x="20194712" y="262761"/>
                  </a:cubicBezTo>
                  <a:cubicBezTo>
                    <a:pt x="20264562" y="250061"/>
                    <a:pt x="20340762" y="213231"/>
                    <a:pt x="20391562" y="200531"/>
                  </a:cubicBezTo>
                  <a:cubicBezTo>
                    <a:pt x="20424581" y="194181"/>
                    <a:pt x="20432203" y="191641"/>
                    <a:pt x="20472842" y="189101"/>
                  </a:cubicBezTo>
                  <a:cubicBezTo>
                    <a:pt x="20598572" y="180211"/>
                    <a:pt x="21153562" y="162431"/>
                    <a:pt x="21247542" y="191641"/>
                  </a:cubicBezTo>
                  <a:cubicBezTo>
                    <a:pt x="21270403" y="199261"/>
                    <a:pt x="21278022" y="208151"/>
                    <a:pt x="21286912" y="219581"/>
                  </a:cubicBezTo>
                  <a:cubicBezTo>
                    <a:pt x="21293262" y="227201"/>
                    <a:pt x="21297072" y="237361"/>
                    <a:pt x="21298342" y="248791"/>
                  </a:cubicBezTo>
                  <a:cubicBezTo>
                    <a:pt x="21298342" y="262761"/>
                    <a:pt x="21294531" y="283081"/>
                    <a:pt x="21286912" y="294511"/>
                  </a:cubicBezTo>
                  <a:cubicBezTo>
                    <a:pt x="21278022" y="307211"/>
                    <a:pt x="21271672" y="314831"/>
                    <a:pt x="21247542" y="322451"/>
                  </a:cubicBezTo>
                  <a:cubicBezTo>
                    <a:pt x="21124353" y="361821"/>
                    <a:pt x="20176931" y="324991"/>
                    <a:pt x="20002942" y="346581"/>
                  </a:cubicBezTo>
                  <a:cubicBezTo>
                    <a:pt x="19957222" y="351661"/>
                    <a:pt x="19950872" y="361821"/>
                    <a:pt x="19916581" y="365631"/>
                  </a:cubicBezTo>
                  <a:cubicBezTo>
                    <a:pt x="19865781" y="373251"/>
                    <a:pt x="19794662" y="363091"/>
                    <a:pt x="19729892" y="374521"/>
                  </a:cubicBezTo>
                  <a:cubicBezTo>
                    <a:pt x="19654962" y="388491"/>
                    <a:pt x="19545742" y="451991"/>
                    <a:pt x="19496212" y="453261"/>
                  </a:cubicBezTo>
                  <a:cubicBezTo>
                    <a:pt x="19472081" y="453261"/>
                    <a:pt x="19455572" y="446911"/>
                    <a:pt x="19441603" y="435481"/>
                  </a:cubicBezTo>
                  <a:cubicBezTo>
                    <a:pt x="19427631" y="425321"/>
                    <a:pt x="19416203" y="403731"/>
                    <a:pt x="19412392" y="387221"/>
                  </a:cubicBezTo>
                  <a:cubicBezTo>
                    <a:pt x="19409853" y="374521"/>
                    <a:pt x="19409853" y="361821"/>
                    <a:pt x="19414931" y="349121"/>
                  </a:cubicBezTo>
                  <a:cubicBezTo>
                    <a:pt x="19421281" y="333881"/>
                    <a:pt x="19427631" y="314831"/>
                    <a:pt x="19449222" y="304671"/>
                  </a:cubicBezTo>
                  <a:cubicBezTo>
                    <a:pt x="19506372" y="280541"/>
                    <a:pt x="19690522" y="317371"/>
                    <a:pt x="19830222" y="337691"/>
                  </a:cubicBezTo>
                  <a:cubicBezTo>
                    <a:pt x="20004212" y="363091"/>
                    <a:pt x="20254403" y="441831"/>
                    <a:pt x="20411881" y="460881"/>
                  </a:cubicBezTo>
                  <a:cubicBezTo>
                    <a:pt x="20518562" y="473581"/>
                    <a:pt x="20617622" y="497711"/>
                    <a:pt x="20681122" y="467231"/>
                  </a:cubicBezTo>
                  <a:cubicBezTo>
                    <a:pt x="20730653" y="443101"/>
                    <a:pt x="20742081" y="373251"/>
                    <a:pt x="20780181" y="335151"/>
                  </a:cubicBezTo>
                  <a:cubicBezTo>
                    <a:pt x="20818281" y="299591"/>
                    <a:pt x="20855112" y="271651"/>
                    <a:pt x="20907181" y="246251"/>
                  </a:cubicBezTo>
                  <a:cubicBezTo>
                    <a:pt x="20975762" y="211961"/>
                    <a:pt x="21100222" y="167511"/>
                    <a:pt x="21162453" y="167511"/>
                  </a:cubicBezTo>
                  <a:cubicBezTo>
                    <a:pt x="21199281" y="167511"/>
                    <a:pt x="21215792" y="176401"/>
                    <a:pt x="21248812" y="192911"/>
                  </a:cubicBezTo>
                  <a:cubicBezTo>
                    <a:pt x="21304692" y="220851"/>
                    <a:pt x="21365653" y="317371"/>
                    <a:pt x="21452012" y="349121"/>
                  </a:cubicBezTo>
                  <a:cubicBezTo>
                    <a:pt x="21562503" y="389761"/>
                    <a:pt x="21782212" y="369441"/>
                    <a:pt x="21877462" y="366901"/>
                  </a:cubicBezTo>
                  <a:cubicBezTo>
                    <a:pt x="21925722" y="365631"/>
                    <a:pt x="21943503" y="366901"/>
                    <a:pt x="21987953" y="358011"/>
                  </a:cubicBezTo>
                  <a:cubicBezTo>
                    <a:pt x="22059072" y="344041"/>
                    <a:pt x="22159403" y="308481"/>
                    <a:pt x="22261003" y="275461"/>
                  </a:cubicBezTo>
                  <a:cubicBezTo>
                    <a:pt x="22390542" y="232281"/>
                    <a:pt x="22642003" y="90041"/>
                    <a:pt x="22700422" y="117981"/>
                  </a:cubicBezTo>
                  <a:cubicBezTo>
                    <a:pt x="22723281" y="129411"/>
                    <a:pt x="22738522" y="168781"/>
                    <a:pt x="22725822" y="191641"/>
                  </a:cubicBezTo>
                  <a:cubicBezTo>
                    <a:pt x="22696612" y="246251"/>
                    <a:pt x="22429912" y="286891"/>
                    <a:pt x="22259731" y="311021"/>
                  </a:cubicBezTo>
                  <a:cubicBezTo>
                    <a:pt x="22061612" y="340231"/>
                    <a:pt x="21721253" y="313561"/>
                    <a:pt x="21605681" y="335151"/>
                  </a:cubicBezTo>
                  <a:cubicBezTo>
                    <a:pt x="21561231" y="344041"/>
                    <a:pt x="21549803" y="359281"/>
                    <a:pt x="21518053" y="366901"/>
                  </a:cubicBezTo>
                  <a:cubicBezTo>
                    <a:pt x="21482492" y="374521"/>
                    <a:pt x="21454553" y="377061"/>
                    <a:pt x="21405022" y="379601"/>
                  </a:cubicBezTo>
                  <a:cubicBezTo>
                    <a:pt x="21304692" y="385951"/>
                    <a:pt x="21031642" y="411351"/>
                    <a:pt x="20956712" y="379601"/>
                  </a:cubicBezTo>
                  <a:cubicBezTo>
                    <a:pt x="20924962" y="366901"/>
                    <a:pt x="20908453" y="345311"/>
                    <a:pt x="20902103" y="322451"/>
                  </a:cubicBezTo>
                  <a:cubicBezTo>
                    <a:pt x="20895753" y="300861"/>
                    <a:pt x="20904642" y="264031"/>
                    <a:pt x="20919881" y="246251"/>
                  </a:cubicBezTo>
                  <a:cubicBezTo>
                    <a:pt x="20933853" y="228471"/>
                    <a:pt x="20970681" y="215771"/>
                    <a:pt x="20992272" y="217041"/>
                  </a:cubicBezTo>
                  <a:cubicBezTo>
                    <a:pt x="21010053" y="217041"/>
                    <a:pt x="21029103" y="227201"/>
                    <a:pt x="21041803" y="238631"/>
                  </a:cubicBezTo>
                  <a:cubicBezTo>
                    <a:pt x="21053231" y="251331"/>
                    <a:pt x="21064662" y="269111"/>
                    <a:pt x="21065931" y="286891"/>
                  </a:cubicBezTo>
                  <a:cubicBezTo>
                    <a:pt x="21068472" y="308481"/>
                    <a:pt x="21055772" y="345311"/>
                    <a:pt x="21041803" y="361821"/>
                  </a:cubicBezTo>
                  <a:cubicBezTo>
                    <a:pt x="21029103" y="374521"/>
                    <a:pt x="21008781" y="382141"/>
                    <a:pt x="20992272" y="383411"/>
                  </a:cubicBezTo>
                  <a:cubicBezTo>
                    <a:pt x="20975762" y="385951"/>
                    <a:pt x="20954172" y="382141"/>
                    <a:pt x="20940203" y="371981"/>
                  </a:cubicBezTo>
                  <a:cubicBezTo>
                    <a:pt x="20922422" y="359281"/>
                    <a:pt x="20902103" y="326261"/>
                    <a:pt x="20899562" y="304671"/>
                  </a:cubicBezTo>
                  <a:cubicBezTo>
                    <a:pt x="20897022" y="286891"/>
                    <a:pt x="20904642" y="266571"/>
                    <a:pt x="20913531" y="252601"/>
                  </a:cubicBezTo>
                  <a:cubicBezTo>
                    <a:pt x="20923692" y="238631"/>
                    <a:pt x="20932581" y="228471"/>
                    <a:pt x="20956712" y="220851"/>
                  </a:cubicBezTo>
                  <a:cubicBezTo>
                    <a:pt x="21029103" y="195451"/>
                    <a:pt x="21319931" y="229741"/>
                    <a:pt x="21436772" y="215771"/>
                  </a:cubicBezTo>
                  <a:cubicBezTo>
                    <a:pt x="21505353" y="206881"/>
                    <a:pt x="21529481" y="186561"/>
                    <a:pt x="21596792" y="178941"/>
                  </a:cubicBezTo>
                  <a:cubicBezTo>
                    <a:pt x="21708553" y="166241"/>
                    <a:pt x="21928262" y="186561"/>
                    <a:pt x="22046372" y="182751"/>
                  </a:cubicBezTo>
                  <a:cubicBezTo>
                    <a:pt x="22122572" y="181481"/>
                    <a:pt x="22174642" y="178941"/>
                    <a:pt x="22234331" y="170051"/>
                  </a:cubicBezTo>
                  <a:cubicBezTo>
                    <a:pt x="22292753" y="162431"/>
                    <a:pt x="22343553" y="151001"/>
                    <a:pt x="22401972" y="134491"/>
                  </a:cubicBezTo>
                  <a:cubicBezTo>
                    <a:pt x="22468012" y="116711"/>
                    <a:pt x="22555642" y="70991"/>
                    <a:pt x="22608981" y="62101"/>
                  </a:cubicBezTo>
                  <a:cubicBezTo>
                    <a:pt x="22640731" y="57021"/>
                    <a:pt x="22659781" y="59561"/>
                    <a:pt x="22687722" y="63371"/>
                  </a:cubicBezTo>
                  <a:cubicBezTo>
                    <a:pt x="22719472" y="68451"/>
                    <a:pt x="22766462" y="69721"/>
                    <a:pt x="22785512" y="91311"/>
                  </a:cubicBezTo>
                  <a:cubicBezTo>
                    <a:pt x="22804562" y="112901"/>
                    <a:pt x="22813453" y="166241"/>
                    <a:pt x="22804562" y="191641"/>
                  </a:cubicBezTo>
                  <a:cubicBezTo>
                    <a:pt x="22795672" y="214501"/>
                    <a:pt x="22777892" y="220851"/>
                    <a:pt x="22744872" y="239901"/>
                  </a:cubicBezTo>
                  <a:cubicBezTo>
                    <a:pt x="22638192" y="300861"/>
                    <a:pt x="22149242" y="473581"/>
                    <a:pt x="22004462" y="509141"/>
                  </a:cubicBezTo>
                  <a:cubicBezTo>
                    <a:pt x="21946042" y="523111"/>
                    <a:pt x="21930803" y="520571"/>
                    <a:pt x="21877462" y="524381"/>
                  </a:cubicBezTo>
                  <a:cubicBezTo>
                    <a:pt x="21786022" y="530731"/>
                    <a:pt x="21586631" y="538351"/>
                    <a:pt x="21499003" y="525651"/>
                  </a:cubicBezTo>
                  <a:cubicBezTo>
                    <a:pt x="21450742" y="518031"/>
                    <a:pt x="21429153" y="512951"/>
                    <a:pt x="21387242" y="491361"/>
                  </a:cubicBezTo>
                  <a:cubicBezTo>
                    <a:pt x="21322472" y="458341"/>
                    <a:pt x="21241192" y="331341"/>
                    <a:pt x="21161181" y="321181"/>
                  </a:cubicBezTo>
                  <a:cubicBezTo>
                    <a:pt x="21082442" y="311021"/>
                    <a:pt x="20965603" y="375791"/>
                    <a:pt x="20914803" y="420241"/>
                  </a:cubicBezTo>
                  <a:cubicBezTo>
                    <a:pt x="20880512" y="449451"/>
                    <a:pt x="20879242" y="493901"/>
                    <a:pt x="20853842" y="521841"/>
                  </a:cubicBezTo>
                  <a:cubicBezTo>
                    <a:pt x="20830981" y="547241"/>
                    <a:pt x="20804312" y="565021"/>
                    <a:pt x="20772562" y="581531"/>
                  </a:cubicBezTo>
                  <a:cubicBezTo>
                    <a:pt x="20735731" y="599311"/>
                    <a:pt x="20690012" y="613281"/>
                    <a:pt x="20641753" y="618361"/>
                  </a:cubicBezTo>
                  <a:cubicBezTo>
                    <a:pt x="20583331" y="625981"/>
                    <a:pt x="20529992" y="619631"/>
                    <a:pt x="20447442" y="608201"/>
                  </a:cubicBezTo>
                  <a:cubicBezTo>
                    <a:pt x="20295042" y="590421"/>
                    <a:pt x="19990242" y="510411"/>
                    <a:pt x="19811172" y="483741"/>
                  </a:cubicBezTo>
                  <a:cubicBezTo>
                    <a:pt x="19682903" y="465961"/>
                    <a:pt x="19540662" y="477391"/>
                    <a:pt x="19477162" y="451991"/>
                  </a:cubicBezTo>
                  <a:cubicBezTo>
                    <a:pt x="19446681" y="439291"/>
                    <a:pt x="19427631" y="425321"/>
                    <a:pt x="19418742" y="406271"/>
                  </a:cubicBezTo>
                  <a:cubicBezTo>
                    <a:pt x="19409853" y="385951"/>
                    <a:pt x="19414931" y="349121"/>
                    <a:pt x="19422553" y="332611"/>
                  </a:cubicBezTo>
                  <a:cubicBezTo>
                    <a:pt x="19428903" y="319911"/>
                    <a:pt x="19439062" y="309751"/>
                    <a:pt x="19449222" y="304671"/>
                  </a:cubicBezTo>
                  <a:cubicBezTo>
                    <a:pt x="19460653" y="299591"/>
                    <a:pt x="19474622" y="305941"/>
                    <a:pt x="19489862" y="300861"/>
                  </a:cubicBezTo>
                  <a:cubicBezTo>
                    <a:pt x="19511453" y="294511"/>
                    <a:pt x="19529231" y="270381"/>
                    <a:pt x="19567331" y="257681"/>
                  </a:cubicBezTo>
                  <a:cubicBezTo>
                    <a:pt x="19652422" y="231011"/>
                    <a:pt x="19858162" y="218311"/>
                    <a:pt x="20002942" y="210691"/>
                  </a:cubicBezTo>
                  <a:cubicBezTo>
                    <a:pt x="20146453" y="203071"/>
                    <a:pt x="20283612" y="215771"/>
                    <a:pt x="20429662" y="211961"/>
                  </a:cubicBezTo>
                  <a:cubicBezTo>
                    <a:pt x="20585872" y="208151"/>
                    <a:pt x="20763672" y="190371"/>
                    <a:pt x="20912262" y="187831"/>
                  </a:cubicBezTo>
                  <a:cubicBezTo>
                    <a:pt x="21037992" y="186561"/>
                    <a:pt x="21210712" y="173861"/>
                    <a:pt x="21262781" y="197991"/>
                  </a:cubicBezTo>
                  <a:cubicBezTo>
                    <a:pt x="21281831" y="206881"/>
                    <a:pt x="21288181" y="220851"/>
                    <a:pt x="21294531" y="233551"/>
                  </a:cubicBezTo>
                  <a:cubicBezTo>
                    <a:pt x="21298342" y="243711"/>
                    <a:pt x="21299612" y="253871"/>
                    <a:pt x="21298342" y="265301"/>
                  </a:cubicBezTo>
                  <a:cubicBezTo>
                    <a:pt x="21295803" y="278001"/>
                    <a:pt x="21285642" y="297051"/>
                    <a:pt x="21275481" y="307211"/>
                  </a:cubicBezTo>
                  <a:cubicBezTo>
                    <a:pt x="21267862" y="314831"/>
                    <a:pt x="21264053" y="317371"/>
                    <a:pt x="21247542" y="322451"/>
                  </a:cubicBezTo>
                  <a:cubicBezTo>
                    <a:pt x="21166262" y="342771"/>
                    <a:pt x="20681122" y="313561"/>
                    <a:pt x="20490622" y="336421"/>
                  </a:cubicBezTo>
                  <a:cubicBezTo>
                    <a:pt x="20371242" y="350391"/>
                    <a:pt x="20319172" y="383411"/>
                    <a:pt x="20203603" y="398651"/>
                  </a:cubicBezTo>
                  <a:cubicBezTo>
                    <a:pt x="20033422" y="421511"/>
                    <a:pt x="19710842" y="434211"/>
                    <a:pt x="19563522" y="430401"/>
                  </a:cubicBezTo>
                  <a:cubicBezTo>
                    <a:pt x="19484781" y="429131"/>
                    <a:pt x="19439062" y="430401"/>
                    <a:pt x="19383181" y="412621"/>
                  </a:cubicBezTo>
                  <a:cubicBezTo>
                    <a:pt x="19328572" y="394841"/>
                    <a:pt x="19272692" y="341501"/>
                    <a:pt x="19229512" y="326261"/>
                  </a:cubicBezTo>
                  <a:cubicBezTo>
                    <a:pt x="19201572" y="316101"/>
                    <a:pt x="19187603" y="316101"/>
                    <a:pt x="19154581" y="312291"/>
                  </a:cubicBezTo>
                  <a:cubicBezTo>
                    <a:pt x="19086003" y="307211"/>
                    <a:pt x="18915822" y="307211"/>
                    <a:pt x="18840892" y="314831"/>
                  </a:cubicBezTo>
                  <a:cubicBezTo>
                    <a:pt x="18797712" y="318641"/>
                    <a:pt x="18750722" y="345311"/>
                    <a:pt x="18741831" y="333881"/>
                  </a:cubicBezTo>
                  <a:cubicBezTo>
                    <a:pt x="18731672" y="321181"/>
                    <a:pt x="18748181" y="265301"/>
                    <a:pt x="18776122" y="247521"/>
                  </a:cubicBezTo>
                  <a:cubicBezTo>
                    <a:pt x="18828192" y="213231"/>
                    <a:pt x="19017422" y="241171"/>
                    <a:pt x="19102512" y="260221"/>
                  </a:cubicBezTo>
                  <a:cubicBezTo>
                    <a:pt x="19160931" y="272921"/>
                    <a:pt x="19215542" y="291971"/>
                    <a:pt x="19243481" y="319911"/>
                  </a:cubicBezTo>
                  <a:cubicBezTo>
                    <a:pt x="19263803" y="340231"/>
                    <a:pt x="19259992" y="375791"/>
                    <a:pt x="19275231" y="393571"/>
                  </a:cubicBezTo>
                  <a:cubicBezTo>
                    <a:pt x="19287931" y="406271"/>
                    <a:pt x="19312062" y="407541"/>
                    <a:pt x="19323492" y="418971"/>
                  </a:cubicBezTo>
                  <a:cubicBezTo>
                    <a:pt x="19332381" y="427861"/>
                    <a:pt x="19338731" y="438021"/>
                    <a:pt x="19340003" y="451991"/>
                  </a:cubicBezTo>
                  <a:cubicBezTo>
                    <a:pt x="19341272" y="469771"/>
                    <a:pt x="19333653" y="504061"/>
                    <a:pt x="19320953" y="519301"/>
                  </a:cubicBezTo>
                  <a:cubicBezTo>
                    <a:pt x="19310792" y="533271"/>
                    <a:pt x="19295553" y="540891"/>
                    <a:pt x="19272692" y="544701"/>
                  </a:cubicBezTo>
                  <a:cubicBezTo>
                    <a:pt x="19232053" y="551051"/>
                    <a:pt x="19159662" y="539621"/>
                    <a:pt x="19089812" y="523111"/>
                  </a:cubicBezTo>
                  <a:cubicBezTo>
                    <a:pt x="18989481" y="498981"/>
                    <a:pt x="18856131" y="425321"/>
                    <a:pt x="18734212" y="393571"/>
                  </a:cubicBezTo>
                  <a:cubicBezTo>
                    <a:pt x="18611022" y="361821"/>
                    <a:pt x="18494181" y="344041"/>
                    <a:pt x="18353212" y="333881"/>
                  </a:cubicBezTo>
                  <a:cubicBezTo>
                    <a:pt x="18179222" y="321181"/>
                    <a:pt x="17920142" y="323721"/>
                    <a:pt x="17769012" y="337691"/>
                  </a:cubicBezTo>
                  <a:cubicBezTo>
                    <a:pt x="17673762" y="345311"/>
                    <a:pt x="17647092" y="368171"/>
                    <a:pt x="17535331" y="377061"/>
                  </a:cubicBezTo>
                  <a:cubicBezTo>
                    <a:pt x="17255931" y="399921"/>
                    <a:pt x="16368203" y="359281"/>
                    <a:pt x="16059592" y="370711"/>
                  </a:cubicBezTo>
                  <a:cubicBezTo>
                    <a:pt x="15918622" y="375791"/>
                    <a:pt x="15866553" y="389761"/>
                    <a:pt x="15750981" y="394841"/>
                  </a:cubicBezTo>
                  <a:cubicBezTo>
                    <a:pt x="15602392" y="402461"/>
                    <a:pt x="15340772" y="407541"/>
                    <a:pt x="15241712" y="407541"/>
                  </a:cubicBezTo>
                  <a:cubicBezTo>
                    <a:pt x="15201072" y="407541"/>
                    <a:pt x="15185831" y="408811"/>
                    <a:pt x="15155353" y="405001"/>
                  </a:cubicBezTo>
                  <a:cubicBezTo>
                    <a:pt x="15122331" y="399921"/>
                    <a:pt x="15100742" y="384681"/>
                    <a:pt x="15053753" y="378331"/>
                  </a:cubicBezTo>
                  <a:cubicBezTo>
                    <a:pt x="14948342" y="366901"/>
                    <a:pt x="14680372" y="371981"/>
                    <a:pt x="14541942" y="385951"/>
                  </a:cubicBezTo>
                  <a:cubicBezTo>
                    <a:pt x="14445422" y="394841"/>
                    <a:pt x="14397162" y="420241"/>
                    <a:pt x="14296831" y="430401"/>
                  </a:cubicBezTo>
                  <a:cubicBezTo>
                    <a:pt x="14139353" y="444371"/>
                    <a:pt x="13809153" y="422781"/>
                    <a:pt x="13687231" y="435481"/>
                  </a:cubicBezTo>
                  <a:cubicBezTo>
                    <a:pt x="13635162" y="440561"/>
                    <a:pt x="13626272" y="455801"/>
                    <a:pt x="13575472" y="457071"/>
                  </a:cubicBezTo>
                  <a:cubicBezTo>
                    <a:pt x="13466253" y="459611"/>
                    <a:pt x="13210981" y="396111"/>
                    <a:pt x="13062392" y="384681"/>
                  </a:cubicBezTo>
                  <a:cubicBezTo>
                    <a:pt x="12950632" y="377061"/>
                    <a:pt x="12819822" y="401191"/>
                    <a:pt x="12763942" y="382141"/>
                  </a:cubicBezTo>
                  <a:cubicBezTo>
                    <a:pt x="12738542" y="374521"/>
                    <a:pt x="12725842" y="363091"/>
                    <a:pt x="12715682" y="346581"/>
                  </a:cubicBezTo>
                  <a:cubicBezTo>
                    <a:pt x="12705522" y="331341"/>
                    <a:pt x="12699172" y="305941"/>
                    <a:pt x="12702982" y="288161"/>
                  </a:cubicBezTo>
                  <a:cubicBezTo>
                    <a:pt x="12705522" y="269111"/>
                    <a:pt x="12718222" y="247521"/>
                    <a:pt x="12732192" y="234821"/>
                  </a:cubicBezTo>
                  <a:cubicBezTo>
                    <a:pt x="12746162" y="223391"/>
                    <a:pt x="12765212" y="217041"/>
                    <a:pt x="12789342" y="215771"/>
                  </a:cubicBezTo>
                  <a:cubicBezTo>
                    <a:pt x="12828712" y="211961"/>
                    <a:pt x="12915072" y="215771"/>
                    <a:pt x="12948092" y="243711"/>
                  </a:cubicBezTo>
                  <a:cubicBezTo>
                    <a:pt x="12977303" y="269111"/>
                    <a:pt x="12984922" y="326261"/>
                    <a:pt x="12987462" y="363091"/>
                  </a:cubicBezTo>
                  <a:cubicBezTo>
                    <a:pt x="12988731" y="392301"/>
                    <a:pt x="12981112" y="420241"/>
                    <a:pt x="12970953" y="445641"/>
                  </a:cubicBezTo>
                  <a:cubicBezTo>
                    <a:pt x="12960792" y="469771"/>
                    <a:pt x="12920152" y="502791"/>
                    <a:pt x="12925232" y="509141"/>
                  </a:cubicBezTo>
                  <a:cubicBezTo>
                    <a:pt x="12930312" y="516761"/>
                    <a:pt x="12979842" y="500251"/>
                    <a:pt x="13011592" y="479931"/>
                  </a:cubicBezTo>
                  <a:cubicBezTo>
                    <a:pt x="13062392" y="448181"/>
                    <a:pt x="13122081" y="356741"/>
                    <a:pt x="13181772" y="302131"/>
                  </a:cubicBezTo>
                  <a:cubicBezTo>
                    <a:pt x="13241462" y="248791"/>
                    <a:pt x="13296072" y="190371"/>
                    <a:pt x="13368462" y="154811"/>
                  </a:cubicBezTo>
                  <a:cubicBezTo>
                    <a:pt x="13447203" y="115441"/>
                    <a:pt x="13539912" y="97661"/>
                    <a:pt x="13638972" y="84961"/>
                  </a:cubicBezTo>
                  <a:cubicBezTo>
                    <a:pt x="13754542" y="70991"/>
                    <a:pt x="13908212" y="93851"/>
                    <a:pt x="14023781" y="84961"/>
                  </a:cubicBezTo>
                  <a:cubicBezTo>
                    <a:pt x="14116492" y="77341"/>
                    <a:pt x="14207931" y="45591"/>
                    <a:pt x="14277781" y="45591"/>
                  </a:cubicBezTo>
                  <a:cubicBezTo>
                    <a:pt x="14327312" y="45591"/>
                    <a:pt x="14378112" y="53211"/>
                    <a:pt x="14403512" y="63371"/>
                  </a:cubicBezTo>
                  <a:cubicBezTo>
                    <a:pt x="14417481" y="67181"/>
                    <a:pt x="14423831" y="70991"/>
                    <a:pt x="14430181" y="79881"/>
                  </a:cubicBezTo>
                  <a:cubicBezTo>
                    <a:pt x="14440342" y="93851"/>
                    <a:pt x="14449231" y="123061"/>
                    <a:pt x="14446692" y="140841"/>
                  </a:cubicBezTo>
                  <a:cubicBezTo>
                    <a:pt x="14444153" y="156081"/>
                    <a:pt x="14436531" y="167511"/>
                    <a:pt x="14421292" y="180211"/>
                  </a:cubicBezTo>
                  <a:cubicBezTo>
                    <a:pt x="14392081" y="205611"/>
                    <a:pt x="14331122" y="229741"/>
                    <a:pt x="14268892" y="255141"/>
                  </a:cubicBezTo>
                  <a:cubicBezTo>
                    <a:pt x="14176181" y="291971"/>
                    <a:pt x="14061881" y="345311"/>
                    <a:pt x="13917103" y="369441"/>
                  </a:cubicBezTo>
                  <a:cubicBezTo>
                    <a:pt x="13698662" y="406271"/>
                    <a:pt x="13259242" y="360551"/>
                    <a:pt x="13072553" y="382141"/>
                  </a:cubicBezTo>
                  <a:cubicBezTo>
                    <a:pt x="12977303" y="392301"/>
                    <a:pt x="12930312" y="405001"/>
                    <a:pt x="12860462" y="427861"/>
                  </a:cubicBezTo>
                  <a:cubicBezTo>
                    <a:pt x="12786802" y="450721"/>
                    <a:pt x="12699172" y="501521"/>
                    <a:pt x="12639482" y="519301"/>
                  </a:cubicBezTo>
                  <a:cubicBezTo>
                    <a:pt x="12601382" y="530731"/>
                    <a:pt x="12578522" y="543431"/>
                    <a:pt x="12541692" y="538351"/>
                  </a:cubicBezTo>
                  <a:cubicBezTo>
                    <a:pt x="12493432" y="530731"/>
                    <a:pt x="12446442" y="474851"/>
                    <a:pt x="12379132" y="453261"/>
                  </a:cubicBezTo>
                  <a:cubicBezTo>
                    <a:pt x="12285152" y="422781"/>
                    <a:pt x="12145452" y="421511"/>
                    <a:pt x="12023532" y="399921"/>
                  </a:cubicBezTo>
                  <a:cubicBezTo>
                    <a:pt x="11893992" y="377061"/>
                    <a:pt x="11735242" y="332611"/>
                    <a:pt x="11623482" y="317371"/>
                  </a:cubicBezTo>
                  <a:cubicBezTo>
                    <a:pt x="11546012" y="305941"/>
                    <a:pt x="11495212" y="312291"/>
                    <a:pt x="11421552" y="300861"/>
                  </a:cubicBezTo>
                  <a:cubicBezTo>
                    <a:pt x="11332652" y="286891"/>
                    <a:pt x="11248832" y="255141"/>
                    <a:pt x="11126912" y="232281"/>
                  </a:cubicBezTo>
                  <a:cubicBezTo>
                    <a:pt x="10928792" y="196721"/>
                    <a:pt x="10636692" y="142111"/>
                    <a:pt x="10343322" y="123061"/>
                  </a:cubicBezTo>
                  <a:cubicBezTo>
                    <a:pt x="9972482" y="100201"/>
                    <a:pt x="9400982" y="128141"/>
                    <a:pt x="9077132" y="138301"/>
                  </a:cubicBezTo>
                  <a:cubicBezTo>
                    <a:pt x="8876472" y="144651"/>
                    <a:pt x="8792652" y="148461"/>
                    <a:pt x="8588182" y="163701"/>
                  </a:cubicBezTo>
                  <a:cubicBezTo>
                    <a:pt x="8245282" y="187831"/>
                    <a:pt x="7554402" y="250061"/>
                    <a:pt x="7211502" y="290701"/>
                  </a:cubicBezTo>
                  <a:cubicBezTo>
                    <a:pt x="7007032" y="314831"/>
                    <a:pt x="6900352" y="332611"/>
                    <a:pt x="6722552" y="360551"/>
                  </a:cubicBezTo>
                  <a:cubicBezTo>
                    <a:pt x="6509192" y="396111"/>
                    <a:pt x="6236142" y="446911"/>
                    <a:pt x="6020242" y="488821"/>
                  </a:cubicBezTo>
                  <a:cubicBezTo>
                    <a:pt x="5834822" y="526921"/>
                    <a:pt x="5678612" y="557401"/>
                    <a:pt x="5504622" y="600581"/>
                  </a:cubicBezTo>
                  <a:cubicBezTo>
                    <a:pt x="5325552" y="646301"/>
                    <a:pt x="5098222" y="713611"/>
                    <a:pt x="4961062" y="759331"/>
                  </a:cubicBezTo>
                  <a:cubicBezTo>
                    <a:pt x="4875972" y="788541"/>
                    <a:pt x="4832792" y="797431"/>
                    <a:pt x="4757862" y="838071"/>
                  </a:cubicBezTo>
                  <a:cubicBezTo>
                    <a:pt x="4651182" y="895221"/>
                    <a:pt x="4461952" y="1090801"/>
                    <a:pt x="4392102" y="1097151"/>
                  </a:cubicBezTo>
                  <a:cubicBezTo>
                    <a:pt x="4365432" y="1099691"/>
                    <a:pt x="4346382" y="1083181"/>
                    <a:pt x="4334952" y="1069211"/>
                  </a:cubicBezTo>
                  <a:cubicBezTo>
                    <a:pt x="4324792" y="1057781"/>
                    <a:pt x="4322252" y="1037461"/>
                    <a:pt x="4322252" y="1023491"/>
                  </a:cubicBezTo>
                  <a:cubicBezTo>
                    <a:pt x="4322252" y="1012061"/>
                    <a:pt x="4327332" y="1001901"/>
                    <a:pt x="4332412" y="993011"/>
                  </a:cubicBezTo>
                  <a:cubicBezTo>
                    <a:pt x="4338762" y="984121"/>
                    <a:pt x="4345112" y="977771"/>
                    <a:pt x="4356542" y="970151"/>
                  </a:cubicBezTo>
                  <a:cubicBezTo>
                    <a:pt x="4375592" y="958721"/>
                    <a:pt x="4413692" y="957451"/>
                    <a:pt x="4444172" y="939671"/>
                  </a:cubicBezTo>
                  <a:cubicBezTo>
                    <a:pt x="4487352" y="915541"/>
                    <a:pt x="4554662" y="822831"/>
                    <a:pt x="4582602" y="824101"/>
                  </a:cubicBezTo>
                  <a:cubicBezTo>
                    <a:pt x="4597842" y="824101"/>
                    <a:pt x="4608002" y="841881"/>
                    <a:pt x="4613082" y="854581"/>
                  </a:cubicBezTo>
                  <a:cubicBezTo>
                    <a:pt x="4618162" y="866011"/>
                    <a:pt x="4619432" y="883791"/>
                    <a:pt x="4615622" y="896491"/>
                  </a:cubicBezTo>
                  <a:cubicBezTo>
                    <a:pt x="4611812" y="909191"/>
                    <a:pt x="4600382" y="923161"/>
                    <a:pt x="4588952" y="930781"/>
                  </a:cubicBezTo>
                  <a:cubicBezTo>
                    <a:pt x="4577522" y="937131"/>
                    <a:pt x="4567362" y="940941"/>
                    <a:pt x="4547042" y="938401"/>
                  </a:cubicBezTo>
                  <a:cubicBezTo>
                    <a:pt x="4481002" y="929511"/>
                    <a:pt x="4291772" y="808861"/>
                    <a:pt x="4148262" y="752981"/>
                  </a:cubicBezTo>
                  <a:cubicBezTo>
                    <a:pt x="3988242" y="692021"/>
                    <a:pt x="3732972" y="631061"/>
                    <a:pt x="3630102" y="592961"/>
                  </a:cubicBezTo>
                  <a:cubicBezTo>
                    <a:pt x="3584382" y="575181"/>
                    <a:pt x="3578032" y="565021"/>
                    <a:pt x="3533582" y="549781"/>
                  </a:cubicBezTo>
                  <a:cubicBezTo>
                    <a:pt x="3444682" y="519301"/>
                    <a:pt x="3270692" y="467231"/>
                    <a:pt x="3114482" y="444371"/>
                  </a:cubicBezTo>
                  <a:cubicBezTo>
                    <a:pt x="2921442" y="417701"/>
                    <a:pt x="2581082" y="458341"/>
                    <a:pt x="2464242" y="422781"/>
                  </a:cubicBezTo>
                  <a:cubicBezTo>
                    <a:pt x="2414712" y="407541"/>
                    <a:pt x="2413442" y="375791"/>
                    <a:pt x="2368992" y="364361"/>
                  </a:cubicBezTo>
                  <a:cubicBezTo>
                    <a:pt x="2288982" y="341501"/>
                    <a:pt x="2098482" y="361821"/>
                    <a:pt x="2009582" y="368171"/>
                  </a:cubicBezTo>
                  <a:cubicBezTo>
                    <a:pt x="1956242" y="371981"/>
                    <a:pt x="1913062" y="385951"/>
                    <a:pt x="1883852" y="384681"/>
                  </a:cubicBezTo>
                  <a:cubicBezTo>
                    <a:pt x="1866072" y="383411"/>
                    <a:pt x="1855912" y="380871"/>
                    <a:pt x="1844482" y="374521"/>
                  </a:cubicBezTo>
                  <a:cubicBezTo>
                    <a:pt x="1833052" y="368171"/>
                    <a:pt x="1821622" y="359281"/>
                    <a:pt x="1815272" y="346581"/>
                  </a:cubicBezTo>
                  <a:cubicBezTo>
                    <a:pt x="1806382" y="331341"/>
                    <a:pt x="1800032" y="305941"/>
                    <a:pt x="1801302" y="288161"/>
                  </a:cubicBezTo>
                  <a:cubicBezTo>
                    <a:pt x="1802572" y="274191"/>
                    <a:pt x="1807652" y="261491"/>
                    <a:pt x="1816542" y="251331"/>
                  </a:cubicBezTo>
                  <a:cubicBezTo>
                    <a:pt x="1827972" y="237361"/>
                    <a:pt x="1843212" y="224661"/>
                    <a:pt x="1867342" y="218311"/>
                  </a:cubicBezTo>
                  <a:cubicBezTo>
                    <a:pt x="1907982" y="206881"/>
                    <a:pt x="1998152" y="213231"/>
                    <a:pt x="2054032" y="222121"/>
                  </a:cubicBezTo>
                  <a:cubicBezTo>
                    <a:pt x="2102292" y="229741"/>
                    <a:pt x="2158172" y="234821"/>
                    <a:pt x="2184842" y="261491"/>
                  </a:cubicBezTo>
                  <a:cubicBezTo>
                    <a:pt x="2208972" y="285621"/>
                    <a:pt x="2188652" y="342771"/>
                    <a:pt x="2217862" y="364361"/>
                  </a:cubicBezTo>
                  <a:cubicBezTo>
                    <a:pt x="2267392" y="398651"/>
                    <a:pt x="2438842" y="371981"/>
                    <a:pt x="2522662" y="358011"/>
                  </a:cubicBezTo>
                  <a:cubicBezTo>
                    <a:pt x="2584892" y="349121"/>
                    <a:pt x="2647122" y="335151"/>
                    <a:pt x="2678872" y="312291"/>
                  </a:cubicBezTo>
                  <a:cubicBezTo>
                    <a:pt x="2697922" y="298321"/>
                    <a:pt x="2699192" y="274191"/>
                    <a:pt x="2714432" y="264031"/>
                  </a:cubicBezTo>
                  <a:cubicBezTo>
                    <a:pt x="2729672" y="253871"/>
                    <a:pt x="2755072" y="248791"/>
                    <a:pt x="2772852" y="251331"/>
                  </a:cubicBezTo>
                  <a:cubicBezTo>
                    <a:pt x="2791902" y="253871"/>
                    <a:pt x="2813492" y="266571"/>
                    <a:pt x="2826192" y="280541"/>
                  </a:cubicBezTo>
                  <a:cubicBezTo>
                    <a:pt x="2837622" y="294511"/>
                    <a:pt x="2845242" y="312291"/>
                    <a:pt x="2845242" y="337691"/>
                  </a:cubicBezTo>
                  <a:cubicBezTo>
                    <a:pt x="2846512" y="383411"/>
                    <a:pt x="2816032" y="485011"/>
                    <a:pt x="2785552" y="534541"/>
                  </a:cubicBezTo>
                  <a:cubicBezTo>
                    <a:pt x="2762692" y="575181"/>
                    <a:pt x="2729672" y="608201"/>
                    <a:pt x="2696652" y="625981"/>
                  </a:cubicBezTo>
                  <a:cubicBezTo>
                    <a:pt x="2668712" y="642491"/>
                    <a:pt x="2633152" y="643761"/>
                    <a:pt x="2603942" y="646301"/>
                  </a:cubicBezTo>
                  <a:cubicBezTo>
                    <a:pt x="2577272" y="648841"/>
                    <a:pt x="2554412" y="648841"/>
                    <a:pt x="2527742" y="645031"/>
                  </a:cubicBezTo>
                  <a:cubicBezTo>
                    <a:pt x="2495992" y="639951"/>
                    <a:pt x="2452812" y="638681"/>
                    <a:pt x="2427412" y="618361"/>
                  </a:cubicBezTo>
                  <a:cubicBezTo>
                    <a:pt x="2402012" y="596771"/>
                    <a:pt x="2394392" y="558671"/>
                    <a:pt x="2380422" y="514221"/>
                  </a:cubicBezTo>
                  <a:cubicBezTo>
                    <a:pt x="2358832" y="446911"/>
                    <a:pt x="2379152" y="275461"/>
                    <a:pt x="2329622" y="244981"/>
                  </a:cubicBezTo>
                  <a:cubicBezTo>
                    <a:pt x="2286442" y="218311"/>
                    <a:pt x="2173412" y="283081"/>
                    <a:pt x="2120072" y="305941"/>
                  </a:cubicBezTo>
                  <a:cubicBezTo>
                    <a:pt x="2085782" y="321181"/>
                    <a:pt x="2074352" y="338961"/>
                    <a:pt x="2037522" y="354201"/>
                  </a:cubicBezTo>
                  <a:cubicBezTo>
                    <a:pt x="1979102" y="378331"/>
                    <a:pt x="1855912" y="406271"/>
                    <a:pt x="1792412" y="418971"/>
                  </a:cubicBezTo>
                  <a:cubicBezTo>
                    <a:pt x="1753042" y="427861"/>
                    <a:pt x="1736532" y="431671"/>
                    <a:pt x="1695892" y="434211"/>
                  </a:cubicBezTo>
                  <a:cubicBezTo>
                    <a:pt x="1624772" y="439291"/>
                    <a:pt x="1510472" y="445641"/>
                    <a:pt x="1401252" y="431671"/>
                  </a:cubicBezTo>
                  <a:cubicBezTo>
                    <a:pt x="1260282" y="415161"/>
                    <a:pt x="977072" y="366901"/>
                    <a:pt x="922462" y="314831"/>
                  </a:cubicBezTo>
                  <a:cubicBezTo>
                    <a:pt x="903412" y="297051"/>
                    <a:pt x="904682" y="272921"/>
                    <a:pt x="904682" y="255141"/>
                  </a:cubicBezTo>
                  <a:cubicBezTo>
                    <a:pt x="904682" y="239901"/>
                    <a:pt x="911032" y="225931"/>
                    <a:pt x="918652" y="214501"/>
                  </a:cubicBezTo>
                  <a:cubicBezTo>
                    <a:pt x="925002" y="203071"/>
                    <a:pt x="936432" y="192911"/>
                    <a:pt x="947862" y="185291"/>
                  </a:cubicBezTo>
                  <a:cubicBezTo>
                    <a:pt x="960562" y="178941"/>
                    <a:pt x="971992" y="172591"/>
                    <a:pt x="988502" y="173861"/>
                  </a:cubicBezTo>
                  <a:cubicBezTo>
                    <a:pt x="1020252" y="175131"/>
                    <a:pt x="1087562" y="203071"/>
                    <a:pt x="1124392" y="227201"/>
                  </a:cubicBezTo>
                  <a:cubicBezTo>
                    <a:pt x="1156142" y="247521"/>
                    <a:pt x="1187892" y="276731"/>
                    <a:pt x="1200592" y="304671"/>
                  </a:cubicBezTo>
                  <a:cubicBezTo>
                    <a:pt x="1212022" y="328801"/>
                    <a:pt x="1192972" y="365631"/>
                    <a:pt x="1206942" y="383411"/>
                  </a:cubicBezTo>
                  <a:cubicBezTo>
                    <a:pt x="1220912" y="401191"/>
                    <a:pt x="1250122" y="399921"/>
                    <a:pt x="1289492" y="407541"/>
                  </a:cubicBezTo>
                  <a:cubicBezTo>
                    <a:pt x="1380932" y="426591"/>
                    <a:pt x="1633662" y="436751"/>
                    <a:pt x="1753042" y="462151"/>
                  </a:cubicBezTo>
                  <a:cubicBezTo>
                    <a:pt x="1829242" y="478661"/>
                    <a:pt x="1873692" y="507871"/>
                    <a:pt x="1938462" y="519301"/>
                  </a:cubicBezTo>
                  <a:cubicBezTo>
                    <a:pt x="2003232" y="532001"/>
                    <a:pt x="2064192" y="542161"/>
                    <a:pt x="2141662" y="532001"/>
                  </a:cubicBezTo>
                  <a:cubicBezTo>
                    <a:pt x="2249612" y="518031"/>
                    <a:pt x="2370262" y="421511"/>
                    <a:pt x="2521392" y="401191"/>
                  </a:cubicBezTo>
                  <a:cubicBezTo>
                    <a:pt x="2734752" y="373251"/>
                    <a:pt x="3219892" y="425321"/>
                    <a:pt x="3311332" y="455801"/>
                  </a:cubicBezTo>
                  <a:cubicBezTo>
                    <a:pt x="3332922" y="463421"/>
                    <a:pt x="3340542" y="469771"/>
                    <a:pt x="3348162" y="479931"/>
                  </a:cubicBezTo>
                  <a:cubicBezTo>
                    <a:pt x="3354512" y="487551"/>
                    <a:pt x="3359592" y="496441"/>
                    <a:pt x="3359592" y="506601"/>
                  </a:cubicBezTo>
                  <a:cubicBezTo>
                    <a:pt x="3359592" y="521841"/>
                    <a:pt x="3351972" y="548511"/>
                    <a:pt x="3340542" y="561211"/>
                  </a:cubicBezTo>
                  <a:cubicBezTo>
                    <a:pt x="3331652" y="571371"/>
                    <a:pt x="3324032" y="572641"/>
                    <a:pt x="3301172" y="577721"/>
                  </a:cubicBezTo>
                  <a:cubicBezTo>
                    <a:pt x="3194492" y="600581"/>
                    <a:pt x="2650932" y="591691"/>
                    <a:pt x="2375342" y="604391"/>
                  </a:cubicBezTo>
                  <a:cubicBezTo>
                    <a:pt x="2151822" y="614551"/>
                    <a:pt x="1952432" y="625981"/>
                    <a:pt x="1767012" y="645031"/>
                  </a:cubicBezTo>
                  <a:cubicBezTo>
                    <a:pt x="1612072" y="660271"/>
                    <a:pt x="1509202" y="670431"/>
                    <a:pt x="1340292" y="700911"/>
                  </a:cubicBezTo>
                  <a:cubicBezTo>
                    <a:pt x="1090102" y="746631"/>
                    <a:pt x="649412" y="845691"/>
                    <a:pt x="417002" y="920621"/>
                  </a:cubicBezTo>
                  <a:cubicBezTo>
                    <a:pt x="272222" y="966341"/>
                    <a:pt x="133792" y="1057781"/>
                    <a:pt x="71562" y="1060321"/>
                  </a:cubicBezTo>
                  <a:cubicBezTo>
                    <a:pt x="49972" y="1061591"/>
                    <a:pt x="38542" y="1056511"/>
                    <a:pt x="27112" y="1047621"/>
                  </a:cubicBezTo>
                  <a:cubicBezTo>
                    <a:pt x="14412" y="1038731"/>
                    <a:pt x="4252" y="1022221"/>
                    <a:pt x="1712" y="1008251"/>
                  </a:cubicBezTo>
                  <a:cubicBezTo>
                    <a:pt x="-828" y="993011"/>
                    <a:pt x="1712" y="973961"/>
                    <a:pt x="9332" y="961261"/>
                  </a:cubicBezTo>
                  <a:cubicBezTo>
                    <a:pt x="16952" y="948561"/>
                    <a:pt x="27112" y="939671"/>
                    <a:pt x="46162" y="932051"/>
                  </a:cubicBezTo>
                  <a:cubicBezTo>
                    <a:pt x="80452" y="916811"/>
                    <a:pt x="150302" y="925701"/>
                    <a:pt x="213802" y="914271"/>
                  </a:cubicBezTo>
                  <a:cubicBezTo>
                    <a:pt x="300162" y="899031"/>
                    <a:pt x="400492" y="869821"/>
                    <a:pt x="517332" y="836801"/>
                  </a:cubicBezTo>
                  <a:cubicBezTo>
                    <a:pt x="679892" y="791081"/>
                    <a:pt x="932622" y="714881"/>
                    <a:pt x="1097722" y="656461"/>
                  </a:cubicBezTo>
                  <a:cubicBezTo>
                    <a:pt x="1223452" y="612011"/>
                    <a:pt x="1317432" y="561211"/>
                    <a:pt x="1425382" y="526921"/>
                  </a:cubicBezTo>
                  <a:cubicBezTo>
                    <a:pt x="1528252" y="493901"/>
                    <a:pt x="1606992" y="478661"/>
                    <a:pt x="1731452" y="453261"/>
                  </a:cubicBezTo>
                  <a:cubicBezTo>
                    <a:pt x="1923222" y="413891"/>
                    <a:pt x="2309302" y="371981"/>
                    <a:pt x="2469322" y="331341"/>
                  </a:cubicBezTo>
                  <a:cubicBezTo>
                    <a:pt x="2548062" y="309751"/>
                    <a:pt x="2601402" y="267841"/>
                    <a:pt x="2643312" y="267841"/>
                  </a:cubicBezTo>
                  <a:cubicBezTo>
                    <a:pt x="2666172" y="267841"/>
                    <a:pt x="2683952" y="278001"/>
                    <a:pt x="2696652" y="288161"/>
                  </a:cubicBezTo>
                  <a:cubicBezTo>
                    <a:pt x="2708082" y="295781"/>
                    <a:pt x="2714432" y="308481"/>
                    <a:pt x="2719512" y="319911"/>
                  </a:cubicBezTo>
                  <a:cubicBezTo>
                    <a:pt x="2723322" y="331341"/>
                    <a:pt x="2725862" y="345311"/>
                    <a:pt x="2723322" y="358011"/>
                  </a:cubicBezTo>
                  <a:cubicBezTo>
                    <a:pt x="2720782" y="374521"/>
                    <a:pt x="2710622" y="397381"/>
                    <a:pt x="2696652" y="408811"/>
                  </a:cubicBezTo>
                  <a:cubicBezTo>
                    <a:pt x="2683952" y="421511"/>
                    <a:pt x="2668712" y="424051"/>
                    <a:pt x="2643312" y="430401"/>
                  </a:cubicBezTo>
                  <a:cubicBezTo>
                    <a:pt x="2583622" y="441831"/>
                    <a:pt x="2432492" y="424051"/>
                    <a:pt x="2335972" y="440561"/>
                  </a:cubicBezTo>
                  <a:cubicBezTo>
                    <a:pt x="2247072" y="454531"/>
                    <a:pt x="2165792" y="496441"/>
                    <a:pt x="2087052" y="515491"/>
                  </a:cubicBezTo>
                  <a:cubicBezTo>
                    <a:pt x="2018472" y="533271"/>
                    <a:pt x="1968942" y="547241"/>
                    <a:pt x="1891472" y="554861"/>
                  </a:cubicBezTo>
                  <a:cubicBezTo>
                    <a:pt x="1780982" y="565021"/>
                    <a:pt x="1628582" y="563751"/>
                    <a:pt x="1488882" y="551051"/>
                  </a:cubicBezTo>
                  <a:cubicBezTo>
                    <a:pt x="1332672" y="537081"/>
                    <a:pt x="1145982" y="486281"/>
                    <a:pt x="997392" y="464691"/>
                  </a:cubicBezTo>
                  <a:cubicBezTo>
                    <a:pt x="874202" y="446911"/>
                    <a:pt x="763712" y="434211"/>
                    <a:pt x="658302" y="429131"/>
                  </a:cubicBezTo>
                  <a:cubicBezTo>
                    <a:pt x="569402" y="425321"/>
                    <a:pt x="458912" y="446911"/>
                    <a:pt x="408112" y="431671"/>
                  </a:cubicBezTo>
                  <a:cubicBezTo>
                    <a:pt x="383982" y="424051"/>
                    <a:pt x="368742" y="410081"/>
                    <a:pt x="358582" y="397381"/>
                  </a:cubicBezTo>
                  <a:cubicBezTo>
                    <a:pt x="349692" y="385951"/>
                    <a:pt x="344612" y="373251"/>
                    <a:pt x="344612" y="359281"/>
                  </a:cubicBezTo>
                  <a:cubicBezTo>
                    <a:pt x="343342" y="341501"/>
                    <a:pt x="349692" y="314831"/>
                    <a:pt x="358582" y="300861"/>
                  </a:cubicBezTo>
                  <a:cubicBezTo>
                    <a:pt x="366202" y="288161"/>
                    <a:pt x="371282" y="280541"/>
                    <a:pt x="389062" y="272921"/>
                  </a:cubicBezTo>
                  <a:cubicBezTo>
                    <a:pt x="439862" y="253871"/>
                    <a:pt x="632902" y="280541"/>
                    <a:pt x="729422" y="264031"/>
                  </a:cubicBezTo>
                  <a:cubicBezTo>
                    <a:pt x="800542" y="252601"/>
                    <a:pt x="872932" y="236091"/>
                    <a:pt x="914842" y="206881"/>
                  </a:cubicBezTo>
                  <a:cubicBezTo>
                    <a:pt x="944052" y="186561"/>
                    <a:pt x="946592" y="149731"/>
                    <a:pt x="971992" y="133221"/>
                  </a:cubicBezTo>
                  <a:cubicBezTo>
                    <a:pt x="1001202" y="114171"/>
                    <a:pt x="1055812" y="101471"/>
                    <a:pt x="1086292" y="102741"/>
                  </a:cubicBezTo>
                  <a:cubicBezTo>
                    <a:pt x="1107882" y="104011"/>
                    <a:pt x="1126932" y="110361"/>
                    <a:pt x="1139632" y="123061"/>
                  </a:cubicBezTo>
                  <a:cubicBezTo>
                    <a:pt x="1154872" y="138301"/>
                    <a:pt x="1167572" y="172591"/>
                    <a:pt x="1166302" y="192911"/>
                  </a:cubicBezTo>
                  <a:cubicBezTo>
                    <a:pt x="1165032" y="211961"/>
                    <a:pt x="1153602" y="231011"/>
                    <a:pt x="1139632" y="243711"/>
                  </a:cubicBezTo>
                  <a:cubicBezTo>
                    <a:pt x="1120582" y="258951"/>
                    <a:pt x="1078672" y="272921"/>
                    <a:pt x="1054542" y="271651"/>
                  </a:cubicBezTo>
                  <a:cubicBezTo>
                    <a:pt x="1035492" y="270381"/>
                    <a:pt x="1015172" y="261491"/>
                    <a:pt x="1002472" y="248791"/>
                  </a:cubicBezTo>
                  <a:cubicBezTo>
                    <a:pt x="989772" y="236091"/>
                    <a:pt x="979612" y="214501"/>
                    <a:pt x="978342" y="196721"/>
                  </a:cubicBezTo>
                  <a:cubicBezTo>
                    <a:pt x="977072" y="180211"/>
                    <a:pt x="984692" y="157351"/>
                    <a:pt x="994852" y="143381"/>
                  </a:cubicBezTo>
                  <a:cubicBezTo>
                    <a:pt x="1006282" y="129411"/>
                    <a:pt x="1024062" y="116711"/>
                    <a:pt x="1043112" y="112901"/>
                  </a:cubicBezTo>
                  <a:cubicBezTo>
                    <a:pt x="1067242" y="109091"/>
                    <a:pt x="1104072" y="137031"/>
                    <a:pt x="1133282" y="135761"/>
                  </a:cubicBezTo>
                  <a:cubicBezTo>
                    <a:pt x="1163762" y="134491"/>
                    <a:pt x="1182812" y="110361"/>
                    <a:pt x="1223452" y="105281"/>
                  </a:cubicBezTo>
                  <a:cubicBezTo>
                    <a:pt x="1304732" y="93851"/>
                    <a:pt x="1496502" y="128141"/>
                    <a:pt x="1598102" y="130681"/>
                  </a:cubicBezTo>
                  <a:cubicBezTo>
                    <a:pt x="1667952" y="131951"/>
                    <a:pt x="1713672" y="129411"/>
                    <a:pt x="1775902" y="128141"/>
                  </a:cubicBezTo>
                  <a:cubicBezTo>
                    <a:pt x="1847022" y="126871"/>
                    <a:pt x="1942272" y="129411"/>
                    <a:pt x="2001962" y="121791"/>
                  </a:cubicBezTo>
                  <a:cubicBezTo>
                    <a:pt x="2041332" y="115441"/>
                    <a:pt x="2051492" y="102741"/>
                    <a:pt x="2098482" y="97661"/>
                  </a:cubicBezTo>
                  <a:cubicBezTo>
                    <a:pt x="2221672" y="83691"/>
                    <a:pt x="2581082" y="82421"/>
                    <a:pt x="2774122" y="110361"/>
                  </a:cubicBezTo>
                  <a:cubicBezTo>
                    <a:pt x="2925252" y="133221"/>
                    <a:pt x="3047172" y="203071"/>
                    <a:pt x="3167822" y="222121"/>
                  </a:cubicBezTo>
                  <a:cubicBezTo>
                    <a:pt x="3266882" y="237361"/>
                    <a:pt x="3373562" y="219581"/>
                    <a:pt x="3444682" y="231011"/>
                  </a:cubicBezTo>
                  <a:cubicBezTo>
                    <a:pt x="3489132" y="238631"/>
                    <a:pt x="3503102" y="258951"/>
                    <a:pt x="3552632" y="265301"/>
                  </a:cubicBezTo>
                  <a:cubicBezTo>
                    <a:pt x="3652962" y="275461"/>
                    <a:pt x="3837112" y="232281"/>
                    <a:pt x="4025072" y="224661"/>
                  </a:cubicBezTo>
                  <a:cubicBezTo>
                    <a:pt x="4299392" y="211961"/>
                    <a:pt x="4780722" y="233551"/>
                    <a:pt x="5039802" y="223391"/>
                  </a:cubicBezTo>
                  <a:cubicBezTo>
                    <a:pt x="5199822" y="218311"/>
                    <a:pt x="5310312" y="208151"/>
                    <a:pt x="5428422" y="195451"/>
                  </a:cubicBezTo>
                  <a:cubicBezTo>
                    <a:pt x="5527482" y="184021"/>
                    <a:pt x="5578282" y="163701"/>
                    <a:pt x="5702742" y="156081"/>
                  </a:cubicBezTo>
                  <a:cubicBezTo>
                    <a:pt x="5960552" y="137031"/>
                    <a:pt x="6754302" y="121791"/>
                    <a:pt x="6899082" y="157351"/>
                  </a:cubicBezTo>
                  <a:cubicBezTo>
                    <a:pt x="6933372" y="166241"/>
                    <a:pt x="6946072" y="173861"/>
                    <a:pt x="6958772" y="189101"/>
                  </a:cubicBezTo>
                  <a:cubicBezTo>
                    <a:pt x="6968932" y="201801"/>
                    <a:pt x="6972742" y="223391"/>
                    <a:pt x="6970202" y="238631"/>
                  </a:cubicBezTo>
                  <a:cubicBezTo>
                    <a:pt x="6968932" y="255141"/>
                    <a:pt x="6958772" y="274191"/>
                    <a:pt x="6946072" y="284351"/>
                  </a:cubicBezTo>
                  <a:cubicBezTo>
                    <a:pt x="6934642" y="294511"/>
                    <a:pt x="6899082" y="302131"/>
                    <a:pt x="6899082" y="30213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143000" y="857250"/>
            <a:ext cx="1714500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b="true" sz="49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The Road Ahead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572125" y="1685925"/>
            <a:ext cx="7143750" cy="1525191"/>
            <a:chOff x="0" y="0"/>
            <a:chExt cx="9525000" cy="20335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525000" cy="2033524"/>
            </a:xfrm>
            <a:custGeom>
              <a:avLst/>
              <a:gdLst/>
              <a:ahLst/>
              <a:cxnLst/>
              <a:rect r="r" b="b" t="t" l="l"/>
              <a:pathLst>
                <a:path h="2033524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2033524"/>
                  </a:lnTo>
                  <a:lnTo>
                    <a:pt x="0" y="20335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5572125" y="1857375"/>
            <a:ext cx="71437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4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TODAY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72125" y="2239566"/>
            <a:ext cx="7143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MVP Launch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72125" y="2864644"/>
            <a:ext cx="7143750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Core QoE Monitoring &amp; Android Platform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572125" y="3496866"/>
            <a:ext cx="7143750" cy="1525191"/>
            <a:chOff x="0" y="0"/>
            <a:chExt cx="9525000" cy="20335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25000" cy="2033524"/>
            </a:xfrm>
            <a:custGeom>
              <a:avLst/>
              <a:gdLst/>
              <a:ahLst/>
              <a:cxnLst/>
              <a:rect r="r" b="b" t="t" l="l"/>
              <a:pathLst>
                <a:path h="2033524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2033524"/>
                  </a:lnTo>
                  <a:lnTo>
                    <a:pt x="0" y="20335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572125" y="3668316"/>
            <a:ext cx="71437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4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PHASE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72125" y="4050506"/>
            <a:ext cx="7143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Operator Integration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72125" y="4675584"/>
            <a:ext cx="7143750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Direct Data Pipelines for Network Providers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572125" y="5307806"/>
            <a:ext cx="7143750" cy="1525191"/>
            <a:chOff x="0" y="0"/>
            <a:chExt cx="9525000" cy="20335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25000" cy="2033524"/>
            </a:xfrm>
            <a:custGeom>
              <a:avLst/>
              <a:gdLst/>
              <a:ahLst/>
              <a:cxnLst/>
              <a:rect r="r" b="b" t="t" l="l"/>
              <a:pathLst>
                <a:path h="2033524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2033524"/>
                  </a:lnTo>
                  <a:lnTo>
                    <a:pt x="0" y="20335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72125" y="5479256"/>
            <a:ext cx="71437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4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PHASE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72125" y="5861447"/>
            <a:ext cx="7143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Cross-Platform Support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72125" y="6486525"/>
            <a:ext cx="7143750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Expansion to iOS and Web Dashboards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572125" y="7118747"/>
            <a:ext cx="7143750" cy="1525191"/>
            <a:chOff x="0" y="0"/>
            <a:chExt cx="9525000" cy="203358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25000" cy="2033524"/>
            </a:xfrm>
            <a:custGeom>
              <a:avLst/>
              <a:gdLst/>
              <a:ahLst/>
              <a:cxnLst/>
              <a:rect r="r" b="b" t="t" l="l"/>
              <a:pathLst>
                <a:path h="2033524" w="9525000">
                  <a:moveTo>
                    <a:pt x="0" y="0"/>
                  </a:moveTo>
                  <a:lnTo>
                    <a:pt x="9525000" y="0"/>
                  </a:lnTo>
                  <a:lnTo>
                    <a:pt x="9525000" y="2033524"/>
                  </a:lnTo>
                  <a:lnTo>
                    <a:pt x="0" y="203352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572125" y="7290197"/>
            <a:ext cx="7143750" cy="310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4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PHASE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72125" y="7672388"/>
            <a:ext cx="7143750" cy="553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AI-Powered Prediction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72125" y="8297466"/>
            <a:ext cx="7143750" cy="346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Proactive Network Experience Forecasting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657600" y="9129712"/>
            <a:ext cx="10972800" cy="14288"/>
            <a:chOff x="0" y="0"/>
            <a:chExt cx="14630400" cy="190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630400" cy="19050"/>
            </a:xfrm>
            <a:custGeom>
              <a:avLst/>
              <a:gdLst/>
              <a:ahLst/>
              <a:cxnLst/>
              <a:rect r="r" b="b" t="t" l="l"/>
              <a:pathLst>
                <a:path h="1905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DDF6F4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3657600" y="9231820"/>
            <a:ext cx="10972800" cy="105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i="true">
                <a:solidFill>
                  <a:srgbClr val="2B2B2B"/>
                </a:solidFill>
                <a:latin typeface="Inter Italics"/>
                <a:ea typeface="Inter Italics"/>
                <a:cs typeface="Inter Italics"/>
                <a:sym typeface="Inter Italics"/>
              </a:rPr>
              <a:t>"From monitoring networks to predicting network experience."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714625" y="3240548"/>
            <a:ext cx="12858750" cy="1763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05"/>
              </a:lnSpc>
            </a:pPr>
            <a:r>
              <a:rPr lang="en-US" sz="5299" b="true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"Better networks begin with better user insights."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715250" y="5861780"/>
            <a:ext cx="2857500" cy="28575"/>
            <a:chOff x="0" y="0"/>
            <a:chExt cx="381000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"/>
            </a:xfrm>
            <a:custGeom>
              <a:avLst/>
              <a:gdLst/>
              <a:ahLst/>
              <a:cxnLst/>
              <a:rect r="r" b="b" t="t" l="l"/>
              <a:pathLst>
                <a:path h="38100" w="3810000">
                  <a:moveTo>
                    <a:pt x="0" y="0"/>
                  </a:moveTo>
                  <a:lnTo>
                    <a:pt x="3810000" y="0"/>
                  </a:lnTo>
                  <a:lnTo>
                    <a:pt x="381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0F9D94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7715250" y="6295168"/>
            <a:ext cx="2857500" cy="634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-2">
                <a:solidFill>
                  <a:srgbClr val="111111"/>
                </a:solidFill>
                <a:latin typeface="Inter Bold"/>
                <a:ea typeface="Inter Bold"/>
                <a:cs typeface="Inter Bold"/>
                <a:sym typeface="Inter Bold"/>
              </a:rPr>
              <a:t>NetLink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15250" y="7001208"/>
            <a:ext cx="2857500" cy="621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sz="1900" spc="3">
                <a:solidFill>
                  <a:srgbClr val="808080"/>
                </a:solidFill>
                <a:latin typeface="Inter"/>
                <a:ea typeface="Inter"/>
                <a:cs typeface="Inter"/>
                <a:sym typeface="Inter"/>
              </a:rPr>
              <a:t>BRIDGING QOS AND QOE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52772" y="9015412"/>
            <a:ext cx="2582466" cy="414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400" spc="6">
                <a:solidFill>
                  <a:srgbClr val="0F9D94"/>
                </a:solidFill>
                <a:latin typeface="Inter Bold"/>
                <a:ea typeface="Inter Bold"/>
                <a:cs typeface="Inter Bold"/>
                <a:sym typeface="Inter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DAHOaS6Wyu8</dc:identifier>
  <dcterms:modified xsi:type="dcterms:W3CDTF">2011-08-01T06:04:30Z</dcterms:modified>
  <cp:revision>1</cp:revision>
  <dc:title>NetLinq</dc:title>
</cp:coreProperties>
</file>