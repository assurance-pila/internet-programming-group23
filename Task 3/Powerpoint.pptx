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70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88624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714375" y="1162924"/>
            <a:ext cx="4945624" cy="1980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Bridging the Gap: Signal vs. Satisfaction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714375" y="3557476"/>
            <a:ext cx="4451059" cy="6250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Requirement Analysis for a Mobile App to Collect Quality of Service (QoS) Data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88624" y="0"/>
            <a:ext cx="3055376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88624" y="0"/>
            <a:ext cx="7144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6450806" y="1231460"/>
            <a:ext cx="212169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2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GROUP 23 | CEF440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50806" y="1472561"/>
            <a:ext cx="2121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Thelma Marley Ndayinu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50806" y="1749716"/>
            <a:ext cx="2121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Ekwembwe Nkwelle Junior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50806" y="2026872"/>
            <a:ext cx="2121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Mbuh Assurance Muluh Pila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50806" y="2304027"/>
            <a:ext cx="2121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Nyuh Delbert Kimbi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50806" y="2581182"/>
            <a:ext cx="21216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Yasiri Temwa Gaston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50806" y="3415550"/>
            <a:ext cx="97690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Dr. Nkemeni Valery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50806" y="3663795"/>
            <a:ext cx="212169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16102"/>
            <a:ext cx="7715250" cy="150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16102"/>
            <a:ext cx="71438" cy="15030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16102"/>
            <a:ext cx="7500938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Multi-Source Methodology Drives Discovery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219111"/>
            <a:ext cx="7500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SYNTHESIZING USER, OPERATOR, AND MARKET INSIGHTS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4924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121 User Surveys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4375" y="3946531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Captured real-world network pain points and adoption barriers across Cameroon.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0492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Expert Interview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81366" y="3839375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Consulted MTN Technology staff to identify technical gaps in subscriber perception.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04924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Reverse Engineering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04835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Benchmarked industry leaders like OpenSignal and Speedtest for core functionality.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16102"/>
            <a:ext cx="7715250" cy="150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16102"/>
            <a:ext cx="71438" cy="15030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16102"/>
            <a:ext cx="7500938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Stakeholders Reveal Critical Data Gaps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219111"/>
            <a:ext cx="7500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DIVERGENCE BETWEEN TECHNICAL METRICS AND USER EXPERIENCE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4924"/>
            <a:ext cx="357188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4375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 experience significant degradation that current tools fail to report in real-time.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04924"/>
            <a:ext cx="321469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Operator View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8136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Existing infrastructure lacks granular, real-time data from the subscriber's physical location.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04924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Market Need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04835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existing app in Cameroon integrates passive monitoring with active user feedback collection.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16102"/>
            <a:ext cx="7715250" cy="150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16102"/>
            <a:ext cx="71438" cy="15030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16102"/>
            <a:ext cx="7500938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Android Exclusivity: A Strategic Necessity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219111"/>
            <a:ext cx="7500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LEVERAGING PLATFORM CAPABILITIES FOR CONTINUOUS MONITORING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4924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iOS Restrictions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4375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Apple ecosystem strictly limits telephony APIs and background services required for monitoring.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04924"/>
            <a:ext cx="214313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Android Advantage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8136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Provides necessary APIs for signal strength (dBm) collection and persistent monitoring.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04924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Market Reality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04835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Android dominates the Cameroonian smartphone market, ensuring broad accessibility.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16102"/>
            <a:ext cx="7715250" cy="150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16102"/>
            <a:ext cx="71438" cy="15030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16102"/>
            <a:ext cx="7500938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Feasibility: Strategy &amp; Risk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219111"/>
            <a:ext cx="7500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BALANCING INNOVATION WITH IMPLEMENTATION PRACTICALITY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4924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4375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Android Foreground Services with Work Manager for persistent background data collection.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0492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8136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Room Database implementation for robust Offline-First data persistence and safety.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04924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04835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Retrofit and Supabase REST APIs for efficient cloud synchronization and data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916102"/>
            <a:ext cx="7715250" cy="1503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16102"/>
            <a:ext cx="71438" cy="15030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16102"/>
            <a:ext cx="7500938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Offline-First Architecture Ensures Integrity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219111"/>
            <a:ext cx="75009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DESIGNING FOR RESILIENCE IN UNSTABLE NETWORK ENVIRONMENTS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4924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Local Persistence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4375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metrics and user ratings are immediately saved to a local Room Database for data safety.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04924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136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Intelligent Sync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8136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synchronization defaults to WiFi-only to respect user data limits and ensure reliability.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04924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48356" y="3514334"/>
            <a:ext cx="238124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048356" y="3946531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Two-step verification and cloud confirmation prevent data loss during signal dropouts.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Evidence-Based Insights Drive Requirements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6144"/>
            <a:ext cx="80010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2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QUANTIFYING THE DISCONNECT BETWEEN SIGNAL AND SATISFACTION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978372"/>
            <a:ext cx="3786188" cy="3821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Signal vs. Experience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2503438"/>
            <a:ext cx="37861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Analysis reveals a significant mismatch: users report poor experiences even with moderate signal strength. This confirms that </a:t>
            </a:r>
            <a:r>
              <a:rPr lang="en-US" sz="900" dirty="0">
                <a:solidFill>
                  <a:srgbClr val="F59E0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"bars" are an insufficient metric</a:t>
            </a: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quality, as congestion and latency play critical roles.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540621"/>
            <a:ext cx="378618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User Dissatisfaction Rate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1500" y="3731716"/>
            <a:ext cx="3786188" cy="1714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974604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89.4%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1500" y="4467523"/>
            <a:ext cx="37861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 surveyed users report frequent network issues despite daily reliance.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786313" y="1978372"/>
            <a:ext cx="3786188" cy="3821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Perception Gap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86313" y="2503438"/>
            <a:ext cx="37861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While operators utilize technical monitoring tools, they lack the </a:t>
            </a:r>
            <a:r>
              <a:rPr lang="en-US" sz="900" dirty="0">
                <a:solidFill>
                  <a:srgbClr val="F59E0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"human element"</a:t>
            </a: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of connectivity. Existing QoS monitoring fails to capture real-time subscriber sentiment and physical location context.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86313" y="3469184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validation drives the core requirement for a tool that captures both </a:t>
            </a:r>
            <a:r>
              <a:rPr lang="en-US" sz="900" dirty="0">
                <a:solidFill>
                  <a:srgbClr val="F59E0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objective technical metrics</a:t>
            </a: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900" dirty="0">
                <a:solidFill>
                  <a:srgbClr val="F59E0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subjective user ratings</a:t>
            </a: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Strategic Prioritization of Requirements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6144"/>
            <a:ext cx="80010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2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FOCUSING ON CORE VALUE DRIVERS FOR PHASE ONE DEPLOYMENT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25662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9391" y="1664047"/>
            <a:ext cx="300930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 Priority: Core System Value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71500" y="2037308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Real-time QoE Feedback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1500" y="2285554"/>
            <a:ext cx="331291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 collection of user satisfaction ratings during network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71500" y="2478435"/>
            <a:ext cx="40362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events.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257675" y="2037308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Passive Background Monitoring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57675" y="2285554"/>
            <a:ext cx="320397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Autonomous capture of signal strength and network type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257675" y="2478435"/>
            <a:ext cx="107334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without user effort.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71500" y="2787402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Privacy &amp; Anonymization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500" y="3035647"/>
            <a:ext cx="347543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Critical for user trust; ensuring all data is stripped of PII before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1500" y="3228529"/>
            <a:ext cx="41433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upload.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257675" y="2787402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Resource Efficiency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257675" y="3035647"/>
            <a:ext cx="355044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Optimized battery and data usage to address top user adoption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257675" y="3228529"/>
            <a:ext cx="55185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concerns.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63404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1531" y="3601789"/>
            <a:ext cx="3818334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Medium &amp; Low Priority: Future Roadmap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71500" y="3975050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Pattern Analysis (Medium)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71500" y="4223296"/>
            <a:ext cx="331291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Time-of-day and usage-type analysis to add context to QoE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71500" y="4416177"/>
            <a:ext cx="419695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ratings.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257675" y="3975050"/>
            <a:ext cx="36004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Operator Analytics (Low)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257675" y="4223296"/>
            <a:ext cx="336292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Advanced data export and visualization tools for Phase Two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257675" y="4416177"/>
            <a:ext cx="69115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1470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856106"/>
            <a:ext cx="26003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Functional Specifications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2143376"/>
            <a:ext cx="260032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Defining the core behaviors required to bridge the gap between technical metrics and human satisfaction.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325" y="833140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93356" y="771525"/>
            <a:ext cx="140553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743325" y="1123355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Capture objective metrics: signal strength (dBm), network type (2G/3G/4G), and latency.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43325" y="1348383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Collect subjective QoE ratings across satisfaction, response time, and usability.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743325" y="1573411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Record precise timestamps and device metadata for every data point.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743325" y="1123355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743325" y="1348383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743325" y="1573411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25" y="2238673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5497" y="2177058"/>
            <a:ext cx="1484114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User Interaction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743325" y="2528888"/>
            <a:ext cx="4829175" cy="3643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Trigger automated feedback prompts during meaningful network events (e.g., signal drops).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743325" y="2936081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Provide a personal dashboard displaying QoE history and personal network trends.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743325" y="3161109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Allow manual submission of network experience ratings at any time.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743325" y="2528888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743325" y="2936081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743325" y="3161109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325" y="3826371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93356" y="3764756"/>
            <a:ext cx="19716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Backend &amp; Reporting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3743325" y="4116586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Synchronize local data to Supabase cloud when connectivity is restored.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743325" y="4341614"/>
            <a:ext cx="4829175" cy="18216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 anonymized, aggregated network experience reports for operators.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743325" y="4116586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743325" y="4341614"/>
            <a:ext cx="92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Non-Functional Requirements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96144"/>
            <a:ext cx="800100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2" dirty="0">
                <a:solidFill>
                  <a:srgbClr val="F59E0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ENSURING SYSTEM QUALITY, TRUST, AND PERFORMANCE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749772"/>
            <a:ext cx="1600200" cy="300038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71700" y="1749772"/>
            <a:ext cx="2800350" cy="300038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Standard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72050" y="1749772"/>
            <a:ext cx="3600450" cy="300038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Impact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049810"/>
            <a:ext cx="1600200" cy="510778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171700" y="2049810"/>
            <a:ext cx="2800350" cy="510778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Minimal CPU and RAM footprint for background services.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72050" y="2049810"/>
            <a:ext cx="3600450" cy="510778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Ensures the application remains unobtrusive and does not interfere with daily device usage.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2560588"/>
            <a:ext cx="160020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Privacy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71700" y="2560588"/>
            <a:ext cx="28003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Mandatory data anonymization before transmission.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72050" y="2560588"/>
            <a:ext cx="36004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Protects user identity and builds trust, which is critical for long-term user retention and adoption.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" y="3067794"/>
            <a:ext cx="160020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Security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71700" y="3067794"/>
            <a:ext cx="28003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HTTPS transmission and Supabase Row Level Security.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72050" y="3067794"/>
            <a:ext cx="36004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Guarantees data integrity and prevents unauthorized access to sensitive network performance data.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3575000"/>
            <a:ext cx="160020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Usability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171700" y="3575000"/>
            <a:ext cx="28003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Feedback prompts completable in under 30 seconds.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72050" y="3575000"/>
            <a:ext cx="3600450" cy="507206"/>
          </a:xfrm>
          <a:prstGeom prst="rect">
            <a:avLst/>
          </a:prstGeom>
          <a:noFill/>
          <a:ln/>
        </p:spPr>
        <p:txBody>
          <a:bodyPr wrap="square" lIns="8509" tIns="127508" rIns="8509" bIns="8509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Minimizes user fatigue and encourages frequent participation in Quality of Experience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86175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856106"/>
            <a:ext cx="29718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Validating the Path Forward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8625" y="2143376"/>
            <a:ext cx="29718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Bridging the gap between technical metrics and human satisfaction through a purposeful and validated development cycle.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603647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43425" y="771525"/>
            <a:ext cx="40290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Stakeholder Alignment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43425" y="1166217"/>
            <a:ext cx="40290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technical feature is mapped to a specific stakeholder pain point, ensuring that the system directly addresses the needs of both subscribers and network operators.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012752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43425" y="2180630"/>
            <a:ext cx="40290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Risk Mitigation Strategies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543425" y="2575322"/>
            <a:ext cx="40290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Technical risks, such as battery management and permission sensitivity, have been identified with clear mitigation strategies like whitelisting and robust API handling.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421856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43425" y="3589734"/>
            <a:ext cx="4029075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Development Readiness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43425" y="3984427"/>
            <a:ext cx="40290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project is now equipped with a prioritized and validated set of requirements, providing a clear roadmap for a successful deployment in the Cameroonian market.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29025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211173"/>
            <a:ext cx="2914650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Empowering Better Connectivity Through Data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28625" y="3285651"/>
            <a:ext cx="2914650" cy="8358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Bridging the gap between technical signal metrics and real-world user satisfaction in Cameroon's mobile landscape.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200525" y="1313194"/>
            <a:ext cx="437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E3A8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Questions?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4200525" y="2341894"/>
            <a:ext cx="437197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Thank you for your attention. We are now prepared to transition into the development phase with a </a:t>
            </a:r>
            <a:r>
              <a:rPr lang="en-US" sz="1400" dirty="0">
                <a:solidFill>
                  <a:srgbClr val="F59E0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validated and prioritized</a:t>
            </a:r>
            <a:r>
              <a:rPr lang="en-US" sz="1500" dirty="0">
                <a:solidFill>
                  <a:srgbClr val="33415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foundation.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00525" y="3746339"/>
            <a:ext cx="232529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Group 23 - Requirement Analysis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00525" y="4026731"/>
            <a:ext cx="437197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CEF440: Internet Programming and Mobile App Development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00525" y="4307123"/>
            <a:ext cx="437197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University of Buea |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Playfair Display Bold</vt:lpstr>
      <vt:lpstr>Playfair Display SemiBold</vt:lpstr>
      <vt:lpstr>Roboto Light</vt:lpstr>
      <vt:lpstr>Roboto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</cp:revision>
  <dcterms:created xsi:type="dcterms:W3CDTF">2026-05-11T11:17:55Z</dcterms:created>
  <dcterms:modified xsi:type="dcterms:W3CDTF">2026-05-11T11:19:45Z</dcterms:modified>
</cp:coreProperties>
</file>